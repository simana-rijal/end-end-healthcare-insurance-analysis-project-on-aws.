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89"/>
  </p:normalViewPr>
  <p:slideViewPr>
    <p:cSldViewPr snapToGrid="0" snapToObjects="1">
      <p:cViewPr>
        <p:scale>
          <a:sx n="113" d="100"/>
          <a:sy n="113" d="100"/>
        </p:scale>
        <p:origin x="2216" y="92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7327F8-9842-4B23-AF8D-9334506B387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8B8407-CDB1-4524-A6EB-DCFB627E0C0A}">
      <dgm:prSet/>
      <dgm:spPr/>
      <dgm:t>
        <a:bodyPr/>
        <a:lstStyle/>
        <a:p>
          <a:r>
            <a:rPr lang="en-US"/>
            <a:t>Better understand which diseases drive the most claims and costs.</a:t>
          </a:r>
        </a:p>
      </dgm:t>
    </dgm:pt>
    <dgm:pt modelId="{E60F44E2-D7FE-4081-9ABD-CDC6D64A780B}" type="parTrans" cxnId="{ACCEC573-7F40-47C9-A313-FCB2EB554B99}">
      <dgm:prSet/>
      <dgm:spPr/>
      <dgm:t>
        <a:bodyPr/>
        <a:lstStyle/>
        <a:p>
          <a:endParaRPr lang="en-US"/>
        </a:p>
      </dgm:t>
    </dgm:pt>
    <dgm:pt modelId="{877252FE-EEF1-4484-9577-204A2AC8E555}" type="sibTrans" cxnId="{ACCEC573-7F40-47C9-A313-FCB2EB554B99}">
      <dgm:prSet/>
      <dgm:spPr/>
      <dgm:t>
        <a:bodyPr/>
        <a:lstStyle/>
        <a:p>
          <a:endParaRPr lang="en-US"/>
        </a:p>
      </dgm:t>
    </dgm:pt>
    <dgm:pt modelId="{762B562B-BC05-49DB-8FBA-8EFC04695467}">
      <dgm:prSet/>
      <dgm:spPr/>
      <dgm:t>
        <a:bodyPr/>
        <a:lstStyle/>
        <a:p>
          <a:r>
            <a:rPr lang="en-US"/>
            <a:t>Identify which hospitals and cities generate the most activity.</a:t>
          </a:r>
        </a:p>
      </dgm:t>
    </dgm:pt>
    <dgm:pt modelId="{927CAEF6-8C8A-4F69-9668-F5BA84F0F1F4}" type="parTrans" cxnId="{09913F3F-517C-4585-A5B1-ECEED0163ED2}">
      <dgm:prSet/>
      <dgm:spPr/>
      <dgm:t>
        <a:bodyPr/>
        <a:lstStyle/>
        <a:p>
          <a:endParaRPr lang="en-US"/>
        </a:p>
      </dgm:t>
    </dgm:pt>
    <dgm:pt modelId="{0D17F75C-757A-422E-AF9B-9A5C7D5EB386}" type="sibTrans" cxnId="{09913F3F-517C-4585-A5B1-ECEED0163ED2}">
      <dgm:prSet/>
      <dgm:spPr/>
      <dgm:t>
        <a:bodyPr/>
        <a:lstStyle/>
        <a:p>
          <a:endParaRPr lang="en-US"/>
        </a:p>
      </dgm:t>
    </dgm:pt>
    <dgm:pt modelId="{21DB9AD4-2578-4120-AF64-B8ACADB3946A}">
      <dgm:prSet/>
      <dgm:spPr/>
      <dgm:t>
        <a:bodyPr/>
        <a:lstStyle/>
        <a:p>
          <a:r>
            <a:rPr lang="en-US"/>
            <a:t>See which types of policies customers actually choose.</a:t>
          </a:r>
        </a:p>
      </dgm:t>
    </dgm:pt>
    <dgm:pt modelId="{32722EEF-D874-4E1A-87AC-F0C8930C7499}" type="parTrans" cxnId="{97A1E870-B612-4A08-B51A-EFD63AC61D3A}">
      <dgm:prSet/>
      <dgm:spPr/>
      <dgm:t>
        <a:bodyPr/>
        <a:lstStyle/>
        <a:p>
          <a:endParaRPr lang="en-US"/>
        </a:p>
      </dgm:t>
    </dgm:pt>
    <dgm:pt modelId="{A348BE15-9F41-462E-9FDD-72EFBA0B1B1E}" type="sibTrans" cxnId="{97A1E870-B612-4A08-B51A-EFD63AC61D3A}">
      <dgm:prSet/>
      <dgm:spPr/>
      <dgm:t>
        <a:bodyPr/>
        <a:lstStyle/>
        <a:p>
          <a:endParaRPr lang="en-US"/>
        </a:p>
      </dgm:t>
    </dgm:pt>
    <dgm:pt modelId="{45C61EBA-867B-4E05-B009-B120D27C19D2}">
      <dgm:prSet/>
      <dgm:spPr/>
      <dgm:t>
        <a:bodyPr/>
        <a:lstStyle/>
        <a:p>
          <a:r>
            <a:rPr lang="en-US"/>
            <a:t>Reward loyal and low‑risk customers with targeted offers.</a:t>
          </a:r>
        </a:p>
      </dgm:t>
    </dgm:pt>
    <dgm:pt modelId="{5C0AC398-95CA-4EC3-81F1-1EB132D584F3}" type="parTrans" cxnId="{AE2AB1E8-BEF1-4C3D-86A2-4C6832A8B341}">
      <dgm:prSet/>
      <dgm:spPr/>
      <dgm:t>
        <a:bodyPr/>
        <a:lstStyle/>
        <a:p>
          <a:endParaRPr lang="en-US"/>
        </a:p>
      </dgm:t>
    </dgm:pt>
    <dgm:pt modelId="{D2600F0C-7637-41B8-8588-048F713594BB}" type="sibTrans" cxnId="{AE2AB1E8-BEF1-4C3D-86A2-4C6832A8B341}">
      <dgm:prSet/>
      <dgm:spPr/>
      <dgm:t>
        <a:bodyPr/>
        <a:lstStyle/>
        <a:p>
          <a:endParaRPr lang="en-US"/>
        </a:p>
      </dgm:t>
    </dgm:pt>
    <dgm:pt modelId="{BD02FAE7-9AE9-4143-905B-A12A219E3AFF}">
      <dgm:prSet/>
      <dgm:spPr/>
      <dgm:t>
        <a:bodyPr/>
        <a:lstStyle/>
        <a:p>
          <a:r>
            <a:rPr lang="en-US"/>
            <a:t>Make smarter, data‑driven decisions instead of guesswork.</a:t>
          </a:r>
        </a:p>
      </dgm:t>
    </dgm:pt>
    <dgm:pt modelId="{1009AD0A-5FAF-4A1E-A74A-4A5F9F28DE57}" type="parTrans" cxnId="{410E3CBF-F0AC-4CE7-8341-1710B8333A8D}">
      <dgm:prSet/>
      <dgm:spPr/>
      <dgm:t>
        <a:bodyPr/>
        <a:lstStyle/>
        <a:p>
          <a:endParaRPr lang="en-US"/>
        </a:p>
      </dgm:t>
    </dgm:pt>
    <dgm:pt modelId="{8CFA1937-F02C-4CFF-B14D-CC0C43176BCC}" type="sibTrans" cxnId="{410E3CBF-F0AC-4CE7-8341-1710B8333A8D}">
      <dgm:prSet/>
      <dgm:spPr/>
      <dgm:t>
        <a:bodyPr/>
        <a:lstStyle/>
        <a:p>
          <a:endParaRPr lang="en-US"/>
        </a:p>
      </dgm:t>
    </dgm:pt>
    <dgm:pt modelId="{57971369-4017-4C9B-9193-449144CC6B50}" type="pres">
      <dgm:prSet presAssocID="{247327F8-9842-4B23-AF8D-9334506B387A}" presName="root" presStyleCnt="0">
        <dgm:presLayoutVars>
          <dgm:dir/>
          <dgm:resizeHandles val="exact"/>
        </dgm:presLayoutVars>
      </dgm:prSet>
      <dgm:spPr/>
    </dgm:pt>
    <dgm:pt modelId="{2BE86693-DCF7-47C1-B8BB-18CC8318F412}" type="pres">
      <dgm:prSet presAssocID="{1F8B8407-CDB1-4524-A6EB-DCFB627E0C0A}" presName="compNode" presStyleCnt="0"/>
      <dgm:spPr/>
    </dgm:pt>
    <dgm:pt modelId="{E716AC5C-5152-4DEF-BA21-1B23FE826085}" type="pres">
      <dgm:prSet presAssocID="{1F8B8407-CDB1-4524-A6EB-DCFB627E0C0A}" presName="bgRect" presStyleLbl="bgShp" presStyleIdx="0" presStyleCnt="5"/>
      <dgm:spPr/>
    </dgm:pt>
    <dgm:pt modelId="{F3789932-271F-491F-9A87-0E9910E3CBEE}" type="pres">
      <dgm:prSet presAssocID="{1F8B8407-CDB1-4524-A6EB-DCFB627E0C0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BB7314F9-28B5-4A1B-93F2-D4E3304B6517}" type="pres">
      <dgm:prSet presAssocID="{1F8B8407-CDB1-4524-A6EB-DCFB627E0C0A}" presName="spaceRect" presStyleCnt="0"/>
      <dgm:spPr/>
    </dgm:pt>
    <dgm:pt modelId="{0AA398DD-1B59-49C9-9339-E57BE8293368}" type="pres">
      <dgm:prSet presAssocID="{1F8B8407-CDB1-4524-A6EB-DCFB627E0C0A}" presName="parTx" presStyleLbl="revTx" presStyleIdx="0" presStyleCnt="5">
        <dgm:presLayoutVars>
          <dgm:chMax val="0"/>
          <dgm:chPref val="0"/>
        </dgm:presLayoutVars>
      </dgm:prSet>
      <dgm:spPr/>
    </dgm:pt>
    <dgm:pt modelId="{43B7A0A4-0F68-4564-A1C9-1B871BC53577}" type="pres">
      <dgm:prSet presAssocID="{877252FE-EEF1-4484-9577-204A2AC8E555}" presName="sibTrans" presStyleCnt="0"/>
      <dgm:spPr/>
    </dgm:pt>
    <dgm:pt modelId="{0548A854-566A-4FC9-8CAA-E64F05C27A51}" type="pres">
      <dgm:prSet presAssocID="{762B562B-BC05-49DB-8FBA-8EFC04695467}" presName="compNode" presStyleCnt="0"/>
      <dgm:spPr/>
    </dgm:pt>
    <dgm:pt modelId="{F106549B-35AE-40A9-81C9-F0F84B54D9A2}" type="pres">
      <dgm:prSet presAssocID="{762B562B-BC05-49DB-8FBA-8EFC04695467}" presName="bgRect" presStyleLbl="bgShp" presStyleIdx="1" presStyleCnt="5"/>
      <dgm:spPr/>
    </dgm:pt>
    <dgm:pt modelId="{2494E97A-6986-43C3-B1EA-A70947A32D3F}" type="pres">
      <dgm:prSet presAssocID="{762B562B-BC05-49DB-8FBA-8EFC0469546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980F3803-F69B-4E9B-8F99-39512089FECB}" type="pres">
      <dgm:prSet presAssocID="{762B562B-BC05-49DB-8FBA-8EFC04695467}" presName="spaceRect" presStyleCnt="0"/>
      <dgm:spPr/>
    </dgm:pt>
    <dgm:pt modelId="{BEDBB00F-A79B-4C36-8729-DBB8810FF327}" type="pres">
      <dgm:prSet presAssocID="{762B562B-BC05-49DB-8FBA-8EFC04695467}" presName="parTx" presStyleLbl="revTx" presStyleIdx="1" presStyleCnt="5">
        <dgm:presLayoutVars>
          <dgm:chMax val="0"/>
          <dgm:chPref val="0"/>
        </dgm:presLayoutVars>
      </dgm:prSet>
      <dgm:spPr/>
    </dgm:pt>
    <dgm:pt modelId="{5C32F904-EAC2-47E0-8DAE-7755C9E3AA62}" type="pres">
      <dgm:prSet presAssocID="{0D17F75C-757A-422E-AF9B-9A5C7D5EB386}" presName="sibTrans" presStyleCnt="0"/>
      <dgm:spPr/>
    </dgm:pt>
    <dgm:pt modelId="{9633129D-4C05-40FC-A5EA-77D11305D15A}" type="pres">
      <dgm:prSet presAssocID="{21DB9AD4-2578-4120-AF64-B8ACADB3946A}" presName="compNode" presStyleCnt="0"/>
      <dgm:spPr/>
    </dgm:pt>
    <dgm:pt modelId="{25CEDD9B-E7F9-4433-9931-CF8964D2FB16}" type="pres">
      <dgm:prSet presAssocID="{21DB9AD4-2578-4120-AF64-B8ACADB3946A}" presName="bgRect" presStyleLbl="bgShp" presStyleIdx="2" presStyleCnt="5"/>
      <dgm:spPr/>
    </dgm:pt>
    <dgm:pt modelId="{56C3949C-915F-4D4C-9749-57C8D7E9DB57}" type="pres">
      <dgm:prSet presAssocID="{21DB9AD4-2578-4120-AF64-B8ACADB3946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commerce"/>
        </a:ext>
      </dgm:extLst>
    </dgm:pt>
    <dgm:pt modelId="{C28E10BC-F9EA-477F-B662-CA2BB88C6133}" type="pres">
      <dgm:prSet presAssocID="{21DB9AD4-2578-4120-AF64-B8ACADB3946A}" presName="spaceRect" presStyleCnt="0"/>
      <dgm:spPr/>
    </dgm:pt>
    <dgm:pt modelId="{6B1E447E-7764-4A75-B701-8BAB120A9149}" type="pres">
      <dgm:prSet presAssocID="{21DB9AD4-2578-4120-AF64-B8ACADB3946A}" presName="parTx" presStyleLbl="revTx" presStyleIdx="2" presStyleCnt="5">
        <dgm:presLayoutVars>
          <dgm:chMax val="0"/>
          <dgm:chPref val="0"/>
        </dgm:presLayoutVars>
      </dgm:prSet>
      <dgm:spPr/>
    </dgm:pt>
    <dgm:pt modelId="{4D5E4ED7-4C4D-4A6E-87FA-41B43E5FD20D}" type="pres">
      <dgm:prSet presAssocID="{A348BE15-9F41-462E-9FDD-72EFBA0B1B1E}" presName="sibTrans" presStyleCnt="0"/>
      <dgm:spPr/>
    </dgm:pt>
    <dgm:pt modelId="{B60CA43D-6480-4446-A8FB-7A8B6AC73464}" type="pres">
      <dgm:prSet presAssocID="{45C61EBA-867B-4E05-B009-B120D27C19D2}" presName="compNode" presStyleCnt="0"/>
      <dgm:spPr/>
    </dgm:pt>
    <dgm:pt modelId="{172278B5-412B-4893-9BBA-F5B1DE7436DC}" type="pres">
      <dgm:prSet presAssocID="{45C61EBA-867B-4E05-B009-B120D27C19D2}" presName="bgRect" presStyleLbl="bgShp" presStyleIdx="3" presStyleCnt="5"/>
      <dgm:spPr/>
    </dgm:pt>
    <dgm:pt modelId="{864EBAE1-0A8B-44B3-8F2D-72FBC73FC695}" type="pres">
      <dgm:prSet presAssocID="{45C61EBA-867B-4E05-B009-B120D27C19D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"/>
        </a:ext>
      </dgm:extLst>
    </dgm:pt>
    <dgm:pt modelId="{5DE8BC26-C435-4591-AB40-8D75460C6B75}" type="pres">
      <dgm:prSet presAssocID="{45C61EBA-867B-4E05-B009-B120D27C19D2}" presName="spaceRect" presStyleCnt="0"/>
      <dgm:spPr/>
    </dgm:pt>
    <dgm:pt modelId="{05B2431C-5A90-4F2B-8159-CA236ADF16AC}" type="pres">
      <dgm:prSet presAssocID="{45C61EBA-867B-4E05-B009-B120D27C19D2}" presName="parTx" presStyleLbl="revTx" presStyleIdx="3" presStyleCnt="5">
        <dgm:presLayoutVars>
          <dgm:chMax val="0"/>
          <dgm:chPref val="0"/>
        </dgm:presLayoutVars>
      </dgm:prSet>
      <dgm:spPr/>
    </dgm:pt>
    <dgm:pt modelId="{9A1FB317-A011-4206-9196-B1096671178C}" type="pres">
      <dgm:prSet presAssocID="{D2600F0C-7637-41B8-8588-048F713594BB}" presName="sibTrans" presStyleCnt="0"/>
      <dgm:spPr/>
    </dgm:pt>
    <dgm:pt modelId="{69476750-2821-45ED-B3CA-934715FBAFA3}" type="pres">
      <dgm:prSet presAssocID="{BD02FAE7-9AE9-4143-905B-A12A219E3AFF}" presName="compNode" presStyleCnt="0"/>
      <dgm:spPr/>
    </dgm:pt>
    <dgm:pt modelId="{D46E4050-CEF8-4561-ABEB-8DF878610332}" type="pres">
      <dgm:prSet presAssocID="{BD02FAE7-9AE9-4143-905B-A12A219E3AFF}" presName="bgRect" presStyleLbl="bgShp" presStyleIdx="4" presStyleCnt="5"/>
      <dgm:spPr/>
    </dgm:pt>
    <dgm:pt modelId="{6956C99C-5E73-4F4C-9B94-D32E02A7F11E}" type="pres">
      <dgm:prSet presAssocID="{BD02FAE7-9AE9-4143-905B-A12A219E3AF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32DAE86C-8C21-4242-9C05-2AA8040F7555}" type="pres">
      <dgm:prSet presAssocID="{BD02FAE7-9AE9-4143-905B-A12A219E3AFF}" presName="spaceRect" presStyleCnt="0"/>
      <dgm:spPr/>
    </dgm:pt>
    <dgm:pt modelId="{68744908-2397-48A6-9B33-AA9F85D2B511}" type="pres">
      <dgm:prSet presAssocID="{BD02FAE7-9AE9-4143-905B-A12A219E3AF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9A9BF08-F425-475C-9381-1872990EDE03}" type="presOf" srcId="{762B562B-BC05-49DB-8FBA-8EFC04695467}" destId="{BEDBB00F-A79B-4C36-8729-DBB8810FF327}" srcOrd="0" destOrd="0" presId="urn:microsoft.com/office/officeart/2018/2/layout/IconVerticalSolidList"/>
    <dgm:cxn modelId="{1776022E-79CB-4241-9A2B-FFF4503381EE}" type="presOf" srcId="{45C61EBA-867B-4E05-B009-B120D27C19D2}" destId="{05B2431C-5A90-4F2B-8159-CA236ADF16AC}" srcOrd="0" destOrd="0" presId="urn:microsoft.com/office/officeart/2018/2/layout/IconVerticalSolidList"/>
    <dgm:cxn modelId="{D0467339-2636-4382-A25A-3FB525752D09}" type="presOf" srcId="{1F8B8407-CDB1-4524-A6EB-DCFB627E0C0A}" destId="{0AA398DD-1B59-49C9-9339-E57BE8293368}" srcOrd="0" destOrd="0" presId="urn:microsoft.com/office/officeart/2018/2/layout/IconVerticalSolidList"/>
    <dgm:cxn modelId="{09913F3F-517C-4585-A5B1-ECEED0163ED2}" srcId="{247327F8-9842-4B23-AF8D-9334506B387A}" destId="{762B562B-BC05-49DB-8FBA-8EFC04695467}" srcOrd="1" destOrd="0" parTransId="{927CAEF6-8C8A-4F69-9668-F5BA84F0F1F4}" sibTransId="{0D17F75C-757A-422E-AF9B-9A5C7D5EB386}"/>
    <dgm:cxn modelId="{AD5CCD43-FB41-4794-BDA4-02D1985B2696}" type="presOf" srcId="{247327F8-9842-4B23-AF8D-9334506B387A}" destId="{57971369-4017-4C9B-9193-449144CC6B50}" srcOrd="0" destOrd="0" presId="urn:microsoft.com/office/officeart/2018/2/layout/IconVerticalSolidList"/>
    <dgm:cxn modelId="{97A1E870-B612-4A08-B51A-EFD63AC61D3A}" srcId="{247327F8-9842-4B23-AF8D-9334506B387A}" destId="{21DB9AD4-2578-4120-AF64-B8ACADB3946A}" srcOrd="2" destOrd="0" parTransId="{32722EEF-D874-4E1A-87AC-F0C8930C7499}" sibTransId="{A348BE15-9F41-462E-9FDD-72EFBA0B1B1E}"/>
    <dgm:cxn modelId="{ACCEC573-7F40-47C9-A313-FCB2EB554B99}" srcId="{247327F8-9842-4B23-AF8D-9334506B387A}" destId="{1F8B8407-CDB1-4524-A6EB-DCFB627E0C0A}" srcOrd="0" destOrd="0" parTransId="{E60F44E2-D7FE-4081-9ABD-CDC6D64A780B}" sibTransId="{877252FE-EEF1-4484-9577-204A2AC8E555}"/>
    <dgm:cxn modelId="{39C94984-ADE0-44B3-A9B6-6B9956F153A4}" type="presOf" srcId="{21DB9AD4-2578-4120-AF64-B8ACADB3946A}" destId="{6B1E447E-7764-4A75-B701-8BAB120A9149}" srcOrd="0" destOrd="0" presId="urn:microsoft.com/office/officeart/2018/2/layout/IconVerticalSolidList"/>
    <dgm:cxn modelId="{410E3CBF-F0AC-4CE7-8341-1710B8333A8D}" srcId="{247327F8-9842-4B23-AF8D-9334506B387A}" destId="{BD02FAE7-9AE9-4143-905B-A12A219E3AFF}" srcOrd="4" destOrd="0" parTransId="{1009AD0A-5FAF-4A1E-A74A-4A5F9F28DE57}" sibTransId="{8CFA1937-F02C-4CFF-B14D-CC0C43176BCC}"/>
    <dgm:cxn modelId="{AE2AB1E8-BEF1-4C3D-86A2-4C6832A8B341}" srcId="{247327F8-9842-4B23-AF8D-9334506B387A}" destId="{45C61EBA-867B-4E05-B009-B120D27C19D2}" srcOrd="3" destOrd="0" parTransId="{5C0AC398-95CA-4EC3-81F1-1EB132D584F3}" sibTransId="{D2600F0C-7637-41B8-8588-048F713594BB}"/>
    <dgm:cxn modelId="{1CA564F4-39C9-4277-BAC1-112A213A9E65}" type="presOf" srcId="{BD02FAE7-9AE9-4143-905B-A12A219E3AFF}" destId="{68744908-2397-48A6-9B33-AA9F85D2B511}" srcOrd="0" destOrd="0" presId="urn:microsoft.com/office/officeart/2018/2/layout/IconVerticalSolidList"/>
    <dgm:cxn modelId="{2102A158-033B-4F9A-9A83-B745BE6207EC}" type="presParOf" srcId="{57971369-4017-4C9B-9193-449144CC6B50}" destId="{2BE86693-DCF7-47C1-B8BB-18CC8318F412}" srcOrd="0" destOrd="0" presId="urn:microsoft.com/office/officeart/2018/2/layout/IconVerticalSolidList"/>
    <dgm:cxn modelId="{308F676D-EA6D-44D8-94E5-D100670F96EF}" type="presParOf" srcId="{2BE86693-DCF7-47C1-B8BB-18CC8318F412}" destId="{E716AC5C-5152-4DEF-BA21-1B23FE826085}" srcOrd="0" destOrd="0" presId="urn:microsoft.com/office/officeart/2018/2/layout/IconVerticalSolidList"/>
    <dgm:cxn modelId="{2AF8C2D1-DEA6-43BB-BD62-23009B4CA047}" type="presParOf" srcId="{2BE86693-DCF7-47C1-B8BB-18CC8318F412}" destId="{F3789932-271F-491F-9A87-0E9910E3CBEE}" srcOrd="1" destOrd="0" presId="urn:microsoft.com/office/officeart/2018/2/layout/IconVerticalSolidList"/>
    <dgm:cxn modelId="{C77B9D69-A2B1-47C7-AC1E-C52A12B73BBD}" type="presParOf" srcId="{2BE86693-DCF7-47C1-B8BB-18CC8318F412}" destId="{BB7314F9-28B5-4A1B-93F2-D4E3304B6517}" srcOrd="2" destOrd="0" presId="urn:microsoft.com/office/officeart/2018/2/layout/IconVerticalSolidList"/>
    <dgm:cxn modelId="{75489EA1-F456-4176-ADC9-75C3FB71A032}" type="presParOf" srcId="{2BE86693-DCF7-47C1-B8BB-18CC8318F412}" destId="{0AA398DD-1B59-49C9-9339-E57BE8293368}" srcOrd="3" destOrd="0" presId="urn:microsoft.com/office/officeart/2018/2/layout/IconVerticalSolidList"/>
    <dgm:cxn modelId="{6B3A30D8-E04E-42A6-A72F-4C9F4A7371A4}" type="presParOf" srcId="{57971369-4017-4C9B-9193-449144CC6B50}" destId="{43B7A0A4-0F68-4564-A1C9-1B871BC53577}" srcOrd="1" destOrd="0" presId="urn:microsoft.com/office/officeart/2018/2/layout/IconVerticalSolidList"/>
    <dgm:cxn modelId="{E4E5AD78-6417-445D-B3CD-C7C8A6E3CDCD}" type="presParOf" srcId="{57971369-4017-4C9B-9193-449144CC6B50}" destId="{0548A854-566A-4FC9-8CAA-E64F05C27A51}" srcOrd="2" destOrd="0" presId="urn:microsoft.com/office/officeart/2018/2/layout/IconVerticalSolidList"/>
    <dgm:cxn modelId="{D8D841BA-CA09-425F-B91A-E98D354C45D9}" type="presParOf" srcId="{0548A854-566A-4FC9-8CAA-E64F05C27A51}" destId="{F106549B-35AE-40A9-81C9-F0F84B54D9A2}" srcOrd="0" destOrd="0" presId="urn:microsoft.com/office/officeart/2018/2/layout/IconVerticalSolidList"/>
    <dgm:cxn modelId="{7883CFC9-4534-416A-8902-18C0B3AD8660}" type="presParOf" srcId="{0548A854-566A-4FC9-8CAA-E64F05C27A51}" destId="{2494E97A-6986-43C3-B1EA-A70947A32D3F}" srcOrd="1" destOrd="0" presId="urn:microsoft.com/office/officeart/2018/2/layout/IconVerticalSolidList"/>
    <dgm:cxn modelId="{08A04ECD-4CAE-4119-9A10-A601BA2A78E4}" type="presParOf" srcId="{0548A854-566A-4FC9-8CAA-E64F05C27A51}" destId="{980F3803-F69B-4E9B-8F99-39512089FECB}" srcOrd="2" destOrd="0" presId="urn:microsoft.com/office/officeart/2018/2/layout/IconVerticalSolidList"/>
    <dgm:cxn modelId="{4FB7B7C0-709A-43C1-98B3-954B0745ECC6}" type="presParOf" srcId="{0548A854-566A-4FC9-8CAA-E64F05C27A51}" destId="{BEDBB00F-A79B-4C36-8729-DBB8810FF327}" srcOrd="3" destOrd="0" presId="urn:microsoft.com/office/officeart/2018/2/layout/IconVerticalSolidList"/>
    <dgm:cxn modelId="{4BE7A646-C2EC-4BBC-8882-D74D288A5B8F}" type="presParOf" srcId="{57971369-4017-4C9B-9193-449144CC6B50}" destId="{5C32F904-EAC2-47E0-8DAE-7755C9E3AA62}" srcOrd="3" destOrd="0" presId="urn:microsoft.com/office/officeart/2018/2/layout/IconVerticalSolidList"/>
    <dgm:cxn modelId="{B8C92595-69AA-47FC-9CC7-1A35FF51DA9C}" type="presParOf" srcId="{57971369-4017-4C9B-9193-449144CC6B50}" destId="{9633129D-4C05-40FC-A5EA-77D11305D15A}" srcOrd="4" destOrd="0" presId="urn:microsoft.com/office/officeart/2018/2/layout/IconVerticalSolidList"/>
    <dgm:cxn modelId="{C26E8CDA-9373-4360-A852-F66CC3732A72}" type="presParOf" srcId="{9633129D-4C05-40FC-A5EA-77D11305D15A}" destId="{25CEDD9B-E7F9-4433-9931-CF8964D2FB16}" srcOrd="0" destOrd="0" presId="urn:microsoft.com/office/officeart/2018/2/layout/IconVerticalSolidList"/>
    <dgm:cxn modelId="{04E78220-4540-4800-BB5D-51A5BBF15CB8}" type="presParOf" srcId="{9633129D-4C05-40FC-A5EA-77D11305D15A}" destId="{56C3949C-915F-4D4C-9749-57C8D7E9DB57}" srcOrd="1" destOrd="0" presId="urn:microsoft.com/office/officeart/2018/2/layout/IconVerticalSolidList"/>
    <dgm:cxn modelId="{D0201933-6166-4042-8606-4838E9B5BD10}" type="presParOf" srcId="{9633129D-4C05-40FC-A5EA-77D11305D15A}" destId="{C28E10BC-F9EA-477F-B662-CA2BB88C6133}" srcOrd="2" destOrd="0" presId="urn:microsoft.com/office/officeart/2018/2/layout/IconVerticalSolidList"/>
    <dgm:cxn modelId="{68727A2C-5884-4E42-9214-332E032329AC}" type="presParOf" srcId="{9633129D-4C05-40FC-A5EA-77D11305D15A}" destId="{6B1E447E-7764-4A75-B701-8BAB120A9149}" srcOrd="3" destOrd="0" presId="urn:microsoft.com/office/officeart/2018/2/layout/IconVerticalSolidList"/>
    <dgm:cxn modelId="{34E7DEE3-2C54-44B8-BFDC-6B27D7A6C266}" type="presParOf" srcId="{57971369-4017-4C9B-9193-449144CC6B50}" destId="{4D5E4ED7-4C4D-4A6E-87FA-41B43E5FD20D}" srcOrd="5" destOrd="0" presId="urn:microsoft.com/office/officeart/2018/2/layout/IconVerticalSolidList"/>
    <dgm:cxn modelId="{E8924875-155E-4B93-A39E-50EE79BB5337}" type="presParOf" srcId="{57971369-4017-4C9B-9193-449144CC6B50}" destId="{B60CA43D-6480-4446-A8FB-7A8B6AC73464}" srcOrd="6" destOrd="0" presId="urn:microsoft.com/office/officeart/2018/2/layout/IconVerticalSolidList"/>
    <dgm:cxn modelId="{316A14D6-DA92-4EB8-87F1-0BB9785F7067}" type="presParOf" srcId="{B60CA43D-6480-4446-A8FB-7A8B6AC73464}" destId="{172278B5-412B-4893-9BBA-F5B1DE7436DC}" srcOrd="0" destOrd="0" presId="urn:microsoft.com/office/officeart/2018/2/layout/IconVerticalSolidList"/>
    <dgm:cxn modelId="{E85B1256-19BA-41A2-9C54-39B1AB9B1CDE}" type="presParOf" srcId="{B60CA43D-6480-4446-A8FB-7A8B6AC73464}" destId="{864EBAE1-0A8B-44B3-8F2D-72FBC73FC695}" srcOrd="1" destOrd="0" presId="urn:microsoft.com/office/officeart/2018/2/layout/IconVerticalSolidList"/>
    <dgm:cxn modelId="{5BF30371-E28E-46BF-ABFA-C59F2A12BF25}" type="presParOf" srcId="{B60CA43D-6480-4446-A8FB-7A8B6AC73464}" destId="{5DE8BC26-C435-4591-AB40-8D75460C6B75}" srcOrd="2" destOrd="0" presId="urn:microsoft.com/office/officeart/2018/2/layout/IconVerticalSolidList"/>
    <dgm:cxn modelId="{C6896142-20A1-4E3A-8285-287360E09951}" type="presParOf" srcId="{B60CA43D-6480-4446-A8FB-7A8B6AC73464}" destId="{05B2431C-5A90-4F2B-8159-CA236ADF16AC}" srcOrd="3" destOrd="0" presId="urn:microsoft.com/office/officeart/2018/2/layout/IconVerticalSolidList"/>
    <dgm:cxn modelId="{B4D8AA93-92F8-46D6-9CC3-8B736943D335}" type="presParOf" srcId="{57971369-4017-4C9B-9193-449144CC6B50}" destId="{9A1FB317-A011-4206-9196-B1096671178C}" srcOrd="7" destOrd="0" presId="urn:microsoft.com/office/officeart/2018/2/layout/IconVerticalSolidList"/>
    <dgm:cxn modelId="{797CB774-4EAF-4848-BF2D-44E54820A6F9}" type="presParOf" srcId="{57971369-4017-4C9B-9193-449144CC6B50}" destId="{69476750-2821-45ED-B3CA-934715FBAFA3}" srcOrd="8" destOrd="0" presId="urn:microsoft.com/office/officeart/2018/2/layout/IconVerticalSolidList"/>
    <dgm:cxn modelId="{C12EC612-2CBC-4D00-8D5E-B6832AB855A9}" type="presParOf" srcId="{69476750-2821-45ED-B3CA-934715FBAFA3}" destId="{D46E4050-CEF8-4561-ABEB-8DF878610332}" srcOrd="0" destOrd="0" presId="urn:microsoft.com/office/officeart/2018/2/layout/IconVerticalSolidList"/>
    <dgm:cxn modelId="{EDB3E34A-99AF-43F3-8D6E-4B0B53A5040B}" type="presParOf" srcId="{69476750-2821-45ED-B3CA-934715FBAFA3}" destId="{6956C99C-5E73-4F4C-9B94-D32E02A7F11E}" srcOrd="1" destOrd="0" presId="urn:microsoft.com/office/officeart/2018/2/layout/IconVerticalSolidList"/>
    <dgm:cxn modelId="{59DE3128-62A5-49E5-B2A1-08EED68EFFFB}" type="presParOf" srcId="{69476750-2821-45ED-B3CA-934715FBAFA3}" destId="{32DAE86C-8C21-4242-9C05-2AA8040F7555}" srcOrd="2" destOrd="0" presId="urn:microsoft.com/office/officeart/2018/2/layout/IconVerticalSolidList"/>
    <dgm:cxn modelId="{8846D971-A95E-4E30-A33C-B90AC2F863B2}" type="presParOf" srcId="{69476750-2821-45ED-B3CA-934715FBAFA3}" destId="{68744908-2397-48A6-9B33-AA9F85D2B51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F9BAB8-6621-4AD4-827F-ED43B102B28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86598AB-2729-42C1-A8D3-63EE14A3D884}">
      <dgm:prSet/>
      <dgm:spPr/>
      <dgm:t>
        <a:bodyPr/>
        <a:lstStyle/>
        <a:p>
          <a:r>
            <a:rPr lang="en-US"/>
            <a:t>Build an end‑to‑end data pipeline on AWS for health insurance data.</a:t>
          </a:r>
        </a:p>
      </dgm:t>
    </dgm:pt>
    <dgm:pt modelId="{75C2DEDA-942B-479D-B173-24BA4AABF926}" type="parTrans" cxnId="{55DC7DE0-EC17-4021-B888-6386689DBAE6}">
      <dgm:prSet/>
      <dgm:spPr/>
      <dgm:t>
        <a:bodyPr/>
        <a:lstStyle/>
        <a:p>
          <a:endParaRPr lang="en-US"/>
        </a:p>
      </dgm:t>
    </dgm:pt>
    <dgm:pt modelId="{2C600F0B-F5BF-40E6-8D52-16C879B99CF7}" type="sibTrans" cxnId="{55DC7DE0-EC17-4021-B888-6386689DBAE6}">
      <dgm:prSet/>
      <dgm:spPr/>
      <dgm:t>
        <a:bodyPr/>
        <a:lstStyle/>
        <a:p>
          <a:endParaRPr lang="en-US"/>
        </a:p>
      </dgm:t>
    </dgm:pt>
    <dgm:pt modelId="{31F8E443-DEFD-499B-8182-AA78F04ED200}">
      <dgm:prSet/>
      <dgm:spPr/>
      <dgm:t>
        <a:bodyPr/>
        <a:lstStyle/>
        <a:p>
          <a:r>
            <a:rPr lang="en-US"/>
            <a:t>Combine data about patients, subscribers, claims, hospitals and products.</a:t>
          </a:r>
        </a:p>
      </dgm:t>
    </dgm:pt>
    <dgm:pt modelId="{AB876AFE-0513-4954-A399-41F2E4F37EF6}" type="parTrans" cxnId="{89CB6310-4946-4ABF-A242-F3F3C00A1907}">
      <dgm:prSet/>
      <dgm:spPr/>
      <dgm:t>
        <a:bodyPr/>
        <a:lstStyle/>
        <a:p>
          <a:endParaRPr lang="en-US"/>
        </a:p>
      </dgm:t>
    </dgm:pt>
    <dgm:pt modelId="{9E449C6C-4A83-4936-A74A-A72458458A31}" type="sibTrans" cxnId="{89CB6310-4946-4ABF-A242-F3F3C00A1907}">
      <dgm:prSet/>
      <dgm:spPr/>
      <dgm:t>
        <a:bodyPr/>
        <a:lstStyle/>
        <a:p>
          <a:endParaRPr lang="en-US"/>
        </a:p>
      </dgm:t>
    </dgm:pt>
    <dgm:pt modelId="{153F0C58-0049-44D0-A7DB-722C0724B864}">
      <dgm:prSet/>
      <dgm:spPr/>
      <dgm:t>
        <a:bodyPr/>
        <a:lstStyle/>
        <a:p>
          <a:r>
            <a:rPr lang="en-US"/>
            <a:t>Clean and organize data so it can be trusted for reporting.</a:t>
          </a:r>
        </a:p>
      </dgm:t>
    </dgm:pt>
    <dgm:pt modelId="{8FAA7F5D-355A-4ED6-A252-C9491105CC55}" type="parTrans" cxnId="{0B303237-A56A-4E19-B4C5-1C8C1CECFE1D}">
      <dgm:prSet/>
      <dgm:spPr/>
      <dgm:t>
        <a:bodyPr/>
        <a:lstStyle/>
        <a:p>
          <a:endParaRPr lang="en-US"/>
        </a:p>
      </dgm:t>
    </dgm:pt>
    <dgm:pt modelId="{E505B3B7-EAA3-4CCF-8201-57FF404DCF96}" type="sibTrans" cxnId="{0B303237-A56A-4E19-B4C5-1C8C1CECFE1D}">
      <dgm:prSet/>
      <dgm:spPr/>
      <dgm:t>
        <a:bodyPr/>
        <a:lstStyle/>
        <a:p>
          <a:endParaRPr lang="en-US"/>
        </a:p>
      </dgm:t>
    </dgm:pt>
    <dgm:pt modelId="{99BD2519-9BD8-44B0-BFE9-413028FE3BE0}">
      <dgm:prSet/>
      <dgm:spPr/>
      <dgm:t>
        <a:bodyPr/>
        <a:lstStyle/>
        <a:p>
          <a:r>
            <a:rPr lang="en-US"/>
            <a:t>Answer concrete business questions about behavior, risk, and profitability.</a:t>
          </a:r>
        </a:p>
      </dgm:t>
    </dgm:pt>
    <dgm:pt modelId="{462A6869-0866-466F-B6B1-0776EAABC8C8}" type="parTrans" cxnId="{45F1F790-5650-4EA3-8CA5-57DE2862693B}">
      <dgm:prSet/>
      <dgm:spPr/>
      <dgm:t>
        <a:bodyPr/>
        <a:lstStyle/>
        <a:p>
          <a:endParaRPr lang="en-US"/>
        </a:p>
      </dgm:t>
    </dgm:pt>
    <dgm:pt modelId="{81EB312E-0946-4B0F-96E1-1C89E1786D70}" type="sibTrans" cxnId="{45F1F790-5650-4EA3-8CA5-57DE2862693B}">
      <dgm:prSet/>
      <dgm:spPr/>
      <dgm:t>
        <a:bodyPr/>
        <a:lstStyle/>
        <a:p>
          <a:endParaRPr lang="en-US"/>
        </a:p>
      </dgm:t>
    </dgm:pt>
    <dgm:pt modelId="{08681C84-7AC4-40DA-B2C0-E1FE516745F3}">
      <dgm:prSet/>
      <dgm:spPr/>
      <dgm:t>
        <a:bodyPr/>
        <a:lstStyle/>
        <a:p>
          <a:r>
            <a:rPr lang="en-US"/>
            <a:t>Provide clear visual insights that non‑technical users can understand.</a:t>
          </a:r>
        </a:p>
      </dgm:t>
    </dgm:pt>
    <dgm:pt modelId="{29CBF92E-5F14-4693-89EC-F4ABD9E44E25}" type="parTrans" cxnId="{78D2AA5D-5F0B-4F9D-9D08-E31AE4A274DD}">
      <dgm:prSet/>
      <dgm:spPr/>
      <dgm:t>
        <a:bodyPr/>
        <a:lstStyle/>
        <a:p>
          <a:endParaRPr lang="en-US"/>
        </a:p>
      </dgm:t>
    </dgm:pt>
    <dgm:pt modelId="{BBDC8F38-A09C-4DF9-B70A-D27039345E76}" type="sibTrans" cxnId="{78D2AA5D-5F0B-4F9D-9D08-E31AE4A274DD}">
      <dgm:prSet/>
      <dgm:spPr/>
      <dgm:t>
        <a:bodyPr/>
        <a:lstStyle/>
        <a:p>
          <a:endParaRPr lang="en-US"/>
        </a:p>
      </dgm:t>
    </dgm:pt>
    <dgm:pt modelId="{6B8B8346-08E2-4FE2-A534-8B651AAD72C6}" type="pres">
      <dgm:prSet presAssocID="{4CF9BAB8-6621-4AD4-827F-ED43B102B281}" presName="root" presStyleCnt="0">
        <dgm:presLayoutVars>
          <dgm:dir/>
          <dgm:resizeHandles val="exact"/>
        </dgm:presLayoutVars>
      </dgm:prSet>
      <dgm:spPr/>
    </dgm:pt>
    <dgm:pt modelId="{7A7183E4-ED3F-4150-A688-861D3DD0DE8C}" type="pres">
      <dgm:prSet presAssocID="{E86598AB-2729-42C1-A8D3-63EE14A3D884}" presName="compNode" presStyleCnt="0"/>
      <dgm:spPr/>
    </dgm:pt>
    <dgm:pt modelId="{5DBA51C7-42E1-4FF5-BD25-EF9BB6F9D48B}" type="pres">
      <dgm:prSet presAssocID="{E86598AB-2729-42C1-A8D3-63EE14A3D88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A4882AEE-6FF2-4CF8-BDB7-2A54DE72350D}" type="pres">
      <dgm:prSet presAssocID="{E86598AB-2729-42C1-A8D3-63EE14A3D884}" presName="spaceRect" presStyleCnt="0"/>
      <dgm:spPr/>
    </dgm:pt>
    <dgm:pt modelId="{AF39A061-9559-475C-ABD0-1EB3C7B8F4C1}" type="pres">
      <dgm:prSet presAssocID="{E86598AB-2729-42C1-A8D3-63EE14A3D884}" presName="textRect" presStyleLbl="revTx" presStyleIdx="0" presStyleCnt="5">
        <dgm:presLayoutVars>
          <dgm:chMax val="1"/>
          <dgm:chPref val="1"/>
        </dgm:presLayoutVars>
      </dgm:prSet>
      <dgm:spPr/>
    </dgm:pt>
    <dgm:pt modelId="{892D085C-C838-4046-A0B0-A7315DEC0BDD}" type="pres">
      <dgm:prSet presAssocID="{2C600F0B-F5BF-40E6-8D52-16C879B99CF7}" presName="sibTrans" presStyleCnt="0"/>
      <dgm:spPr/>
    </dgm:pt>
    <dgm:pt modelId="{EC32BDB6-1A29-4569-B303-3AAD2813E966}" type="pres">
      <dgm:prSet presAssocID="{31F8E443-DEFD-499B-8182-AA78F04ED200}" presName="compNode" presStyleCnt="0"/>
      <dgm:spPr/>
    </dgm:pt>
    <dgm:pt modelId="{06EEE525-E2AE-4073-977C-0E2A9865FE40}" type="pres">
      <dgm:prSet presAssocID="{31F8E443-DEFD-499B-8182-AA78F04ED20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DF1F607-9E29-4993-801A-7A3EF1633E64}" type="pres">
      <dgm:prSet presAssocID="{31F8E443-DEFD-499B-8182-AA78F04ED200}" presName="spaceRect" presStyleCnt="0"/>
      <dgm:spPr/>
    </dgm:pt>
    <dgm:pt modelId="{418D6735-ABD5-4ECD-BA83-95E7DEF6A3EA}" type="pres">
      <dgm:prSet presAssocID="{31F8E443-DEFD-499B-8182-AA78F04ED200}" presName="textRect" presStyleLbl="revTx" presStyleIdx="1" presStyleCnt="5">
        <dgm:presLayoutVars>
          <dgm:chMax val="1"/>
          <dgm:chPref val="1"/>
        </dgm:presLayoutVars>
      </dgm:prSet>
      <dgm:spPr/>
    </dgm:pt>
    <dgm:pt modelId="{3D0F1A76-4463-4016-A36B-73DCBCDD108D}" type="pres">
      <dgm:prSet presAssocID="{9E449C6C-4A83-4936-A74A-A72458458A31}" presName="sibTrans" presStyleCnt="0"/>
      <dgm:spPr/>
    </dgm:pt>
    <dgm:pt modelId="{E93B0422-0B10-4FEC-9909-1A633643D94A}" type="pres">
      <dgm:prSet presAssocID="{153F0C58-0049-44D0-A7DB-722C0724B864}" presName="compNode" presStyleCnt="0"/>
      <dgm:spPr/>
    </dgm:pt>
    <dgm:pt modelId="{5141EDFF-88F5-41B6-8CE6-BF074E70A153}" type="pres">
      <dgm:prSet presAssocID="{153F0C58-0049-44D0-A7DB-722C0724B86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E939661-424D-4991-BAF4-5169E1D93476}" type="pres">
      <dgm:prSet presAssocID="{153F0C58-0049-44D0-A7DB-722C0724B864}" presName="spaceRect" presStyleCnt="0"/>
      <dgm:spPr/>
    </dgm:pt>
    <dgm:pt modelId="{98EA4E95-F919-4F7B-8F5D-66B17D6CB2D7}" type="pres">
      <dgm:prSet presAssocID="{153F0C58-0049-44D0-A7DB-722C0724B864}" presName="textRect" presStyleLbl="revTx" presStyleIdx="2" presStyleCnt="5">
        <dgm:presLayoutVars>
          <dgm:chMax val="1"/>
          <dgm:chPref val="1"/>
        </dgm:presLayoutVars>
      </dgm:prSet>
      <dgm:spPr/>
    </dgm:pt>
    <dgm:pt modelId="{30BDEBD5-E7E3-484A-A431-6F836091ABAB}" type="pres">
      <dgm:prSet presAssocID="{E505B3B7-EAA3-4CCF-8201-57FF404DCF96}" presName="sibTrans" presStyleCnt="0"/>
      <dgm:spPr/>
    </dgm:pt>
    <dgm:pt modelId="{30E04973-502D-41D2-BD5A-6A2C0B134D4C}" type="pres">
      <dgm:prSet presAssocID="{99BD2519-9BD8-44B0-BFE9-413028FE3BE0}" presName="compNode" presStyleCnt="0"/>
      <dgm:spPr/>
    </dgm:pt>
    <dgm:pt modelId="{BC7A44B2-672D-4E41-B151-0303C7005875}" type="pres">
      <dgm:prSet presAssocID="{99BD2519-9BD8-44B0-BFE9-413028FE3BE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9BA62481-122A-464D-B722-3889936F9699}" type="pres">
      <dgm:prSet presAssocID="{99BD2519-9BD8-44B0-BFE9-413028FE3BE0}" presName="spaceRect" presStyleCnt="0"/>
      <dgm:spPr/>
    </dgm:pt>
    <dgm:pt modelId="{A76325F8-538E-44B6-B967-1431D23A3643}" type="pres">
      <dgm:prSet presAssocID="{99BD2519-9BD8-44B0-BFE9-413028FE3BE0}" presName="textRect" presStyleLbl="revTx" presStyleIdx="3" presStyleCnt="5">
        <dgm:presLayoutVars>
          <dgm:chMax val="1"/>
          <dgm:chPref val="1"/>
        </dgm:presLayoutVars>
      </dgm:prSet>
      <dgm:spPr/>
    </dgm:pt>
    <dgm:pt modelId="{47CCEABC-8626-447F-A2ED-BE8A54AEDD0C}" type="pres">
      <dgm:prSet presAssocID="{81EB312E-0946-4B0F-96E1-1C89E1786D70}" presName="sibTrans" presStyleCnt="0"/>
      <dgm:spPr/>
    </dgm:pt>
    <dgm:pt modelId="{EDFE44C9-A8E1-4393-BC47-324304494D45}" type="pres">
      <dgm:prSet presAssocID="{08681C84-7AC4-40DA-B2C0-E1FE516745F3}" presName="compNode" presStyleCnt="0"/>
      <dgm:spPr/>
    </dgm:pt>
    <dgm:pt modelId="{50127E9F-BA1A-4FD4-8B84-778CABF0EB95}" type="pres">
      <dgm:prSet presAssocID="{08681C84-7AC4-40DA-B2C0-E1FE516745F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9935483-F04E-48EE-908E-73671CBF49B2}" type="pres">
      <dgm:prSet presAssocID="{08681C84-7AC4-40DA-B2C0-E1FE516745F3}" presName="spaceRect" presStyleCnt="0"/>
      <dgm:spPr/>
    </dgm:pt>
    <dgm:pt modelId="{AF1EC6FD-A1BD-45CA-BC83-534A9BD3D317}" type="pres">
      <dgm:prSet presAssocID="{08681C84-7AC4-40DA-B2C0-E1FE516745F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9CB6310-4946-4ABF-A242-F3F3C00A1907}" srcId="{4CF9BAB8-6621-4AD4-827F-ED43B102B281}" destId="{31F8E443-DEFD-499B-8182-AA78F04ED200}" srcOrd="1" destOrd="0" parTransId="{AB876AFE-0513-4954-A399-41F2E4F37EF6}" sibTransId="{9E449C6C-4A83-4936-A74A-A72458458A31}"/>
    <dgm:cxn modelId="{0B303237-A56A-4E19-B4C5-1C8C1CECFE1D}" srcId="{4CF9BAB8-6621-4AD4-827F-ED43B102B281}" destId="{153F0C58-0049-44D0-A7DB-722C0724B864}" srcOrd="2" destOrd="0" parTransId="{8FAA7F5D-355A-4ED6-A252-C9491105CC55}" sibTransId="{E505B3B7-EAA3-4CCF-8201-57FF404DCF96}"/>
    <dgm:cxn modelId="{78D2AA5D-5F0B-4F9D-9D08-E31AE4A274DD}" srcId="{4CF9BAB8-6621-4AD4-827F-ED43B102B281}" destId="{08681C84-7AC4-40DA-B2C0-E1FE516745F3}" srcOrd="4" destOrd="0" parTransId="{29CBF92E-5F14-4693-89EC-F4ABD9E44E25}" sibTransId="{BBDC8F38-A09C-4DF9-B70A-D27039345E76}"/>
    <dgm:cxn modelId="{3A0B1E79-317C-4BEA-BEA0-F5A4CEECDC11}" type="presOf" srcId="{31F8E443-DEFD-499B-8182-AA78F04ED200}" destId="{418D6735-ABD5-4ECD-BA83-95E7DEF6A3EA}" srcOrd="0" destOrd="0" presId="urn:microsoft.com/office/officeart/2018/2/layout/IconLabelList"/>
    <dgm:cxn modelId="{85423C83-C123-4C86-A610-D434554EEA28}" type="presOf" srcId="{4CF9BAB8-6621-4AD4-827F-ED43B102B281}" destId="{6B8B8346-08E2-4FE2-A534-8B651AAD72C6}" srcOrd="0" destOrd="0" presId="urn:microsoft.com/office/officeart/2018/2/layout/IconLabelList"/>
    <dgm:cxn modelId="{25DC8A8E-BD19-47FB-8233-B6B4AEC0C2B2}" type="presOf" srcId="{08681C84-7AC4-40DA-B2C0-E1FE516745F3}" destId="{AF1EC6FD-A1BD-45CA-BC83-534A9BD3D317}" srcOrd="0" destOrd="0" presId="urn:microsoft.com/office/officeart/2018/2/layout/IconLabelList"/>
    <dgm:cxn modelId="{45F1F790-5650-4EA3-8CA5-57DE2862693B}" srcId="{4CF9BAB8-6621-4AD4-827F-ED43B102B281}" destId="{99BD2519-9BD8-44B0-BFE9-413028FE3BE0}" srcOrd="3" destOrd="0" parTransId="{462A6869-0866-466F-B6B1-0776EAABC8C8}" sibTransId="{81EB312E-0946-4B0F-96E1-1C89E1786D70}"/>
    <dgm:cxn modelId="{3F2D4091-A867-41ED-A2FF-8A152D57A533}" type="presOf" srcId="{153F0C58-0049-44D0-A7DB-722C0724B864}" destId="{98EA4E95-F919-4F7B-8F5D-66B17D6CB2D7}" srcOrd="0" destOrd="0" presId="urn:microsoft.com/office/officeart/2018/2/layout/IconLabelList"/>
    <dgm:cxn modelId="{BFB764C7-2874-42C0-A798-B4B90E9FA105}" type="presOf" srcId="{99BD2519-9BD8-44B0-BFE9-413028FE3BE0}" destId="{A76325F8-538E-44B6-B967-1431D23A3643}" srcOrd="0" destOrd="0" presId="urn:microsoft.com/office/officeart/2018/2/layout/IconLabelList"/>
    <dgm:cxn modelId="{C35114CE-A7C9-4C7D-BB20-5427EA27EB8B}" type="presOf" srcId="{E86598AB-2729-42C1-A8D3-63EE14A3D884}" destId="{AF39A061-9559-475C-ABD0-1EB3C7B8F4C1}" srcOrd="0" destOrd="0" presId="urn:microsoft.com/office/officeart/2018/2/layout/IconLabelList"/>
    <dgm:cxn modelId="{55DC7DE0-EC17-4021-B888-6386689DBAE6}" srcId="{4CF9BAB8-6621-4AD4-827F-ED43B102B281}" destId="{E86598AB-2729-42C1-A8D3-63EE14A3D884}" srcOrd="0" destOrd="0" parTransId="{75C2DEDA-942B-479D-B173-24BA4AABF926}" sibTransId="{2C600F0B-F5BF-40E6-8D52-16C879B99CF7}"/>
    <dgm:cxn modelId="{F5FC9E8B-45C7-40C9-8E64-BCA6F261C752}" type="presParOf" srcId="{6B8B8346-08E2-4FE2-A534-8B651AAD72C6}" destId="{7A7183E4-ED3F-4150-A688-861D3DD0DE8C}" srcOrd="0" destOrd="0" presId="urn:microsoft.com/office/officeart/2018/2/layout/IconLabelList"/>
    <dgm:cxn modelId="{FEA45363-936A-4EBA-9A47-EAD144D530CF}" type="presParOf" srcId="{7A7183E4-ED3F-4150-A688-861D3DD0DE8C}" destId="{5DBA51C7-42E1-4FF5-BD25-EF9BB6F9D48B}" srcOrd="0" destOrd="0" presId="urn:microsoft.com/office/officeart/2018/2/layout/IconLabelList"/>
    <dgm:cxn modelId="{B57D4A5D-7C01-46EA-A0DA-33465EFD73CE}" type="presParOf" srcId="{7A7183E4-ED3F-4150-A688-861D3DD0DE8C}" destId="{A4882AEE-6FF2-4CF8-BDB7-2A54DE72350D}" srcOrd="1" destOrd="0" presId="urn:microsoft.com/office/officeart/2018/2/layout/IconLabelList"/>
    <dgm:cxn modelId="{5E5D7FDD-EEFE-40BE-B8D2-E5F1FD0B1B01}" type="presParOf" srcId="{7A7183E4-ED3F-4150-A688-861D3DD0DE8C}" destId="{AF39A061-9559-475C-ABD0-1EB3C7B8F4C1}" srcOrd="2" destOrd="0" presId="urn:microsoft.com/office/officeart/2018/2/layout/IconLabelList"/>
    <dgm:cxn modelId="{986267CE-C2ED-482D-88B4-172F0E717E74}" type="presParOf" srcId="{6B8B8346-08E2-4FE2-A534-8B651AAD72C6}" destId="{892D085C-C838-4046-A0B0-A7315DEC0BDD}" srcOrd="1" destOrd="0" presId="urn:microsoft.com/office/officeart/2018/2/layout/IconLabelList"/>
    <dgm:cxn modelId="{23E03B8E-E268-483B-A333-57BDFF579538}" type="presParOf" srcId="{6B8B8346-08E2-4FE2-A534-8B651AAD72C6}" destId="{EC32BDB6-1A29-4569-B303-3AAD2813E966}" srcOrd="2" destOrd="0" presId="urn:microsoft.com/office/officeart/2018/2/layout/IconLabelList"/>
    <dgm:cxn modelId="{E04DCD76-9565-406C-BC99-5FE61235C42F}" type="presParOf" srcId="{EC32BDB6-1A29-4569-B303-3AAD2813E966}" destId="{06EEE525-E2AE-4073-977C-0E2A9865FE40}" srcOrd="0" destOrd="0" presId="urn:microsoft.com/office/officeart/2018/2/layout/IconLabelList"/>
    <dgm:cxn modelId="{0FB5F370-13A2-444D-8E06-7A19FDB91A44}" type="presParOf" srcId="{EC32BDB6-1A29-4569-B303-3AAD2813E966}" destId="{2DF1F607-9E29-4993-801A-7A3EF1633E64}" srcOrd="1" destOrd="0" presId="urn:microsoft.com/office/officeart/2018/2/layout/IconLabelList"/>
    <dgm:cxn modelId="{40738B66-ED0A-47B9-AF81-82B5A37339D9}" type="presParOf" srcId="{EC32BDB6-1A29-4569-B303-3AAD2813E966}" destId="{418D6735-ABD5-4ECD-BA83-95E7DEF6A3EA}" srcOrd="2" destOrd="0" presId="urn:microsoft.com/office/officeart/2018/2/layout/IconLabelList"/>
    <dgm:cxn modelId="{C9D4B07B-E7B7-4942-AFF7-6D1FA255EF1F}" type="presParOf" srcId="{6B8B8346-08E2-4FE2-A534-8B651AAD72C6}" destId="{3D0F1A76-4463-4016-A36B-73DCBCDD108D}" srcOrd="3" destOrd="0" presId="urn:microsoft.com/office/officeart/2018/2/layout/IconLabelList"/>
    <dgm:cxn modelId="{5D313DDD-32C7-4DEB-8E1E-097BE1110ADA}" type="presParOf" srcId="{6B8B8346-08E2-4FE2-A534-8B651AAD72C6}" destId="{E93B0422-0B10-4FEC-9909-1A633643D94A}" srcOrd="4" destOrd="0" presId="urn:microsoft.com/office/officeart/2018/2/layout/IconLabelList"/>
    <dgm:cxn modelId="{1DB6D0D0-CD09-49B4-A549-D3D26EC0E538}" type="presParOf" srcId="{E93B0422-0B10-4FEC-9909-1A633643D94A}" destId="{5141EDFF-88F5-41B6-8CE6-BF074E70A153}" srcOrd="0" destOrd="0" presId="urn:microsoft.com/office/officeart/2018/2/layout/IconLabelList"/>
    <dgm:cxn modelId="{5195BAA1-635A-4DC2-BBA5-152CB004A462}" type="presParOf" srcId="{E93B0422-0B10-4FEC-9909-1A633643D94A}" destId="{1E939661-424D-4991-BAF4-5169E1D93476}" srcOrd="1" destOrd="0" presId="urn:microsoft.com/office/officeart/2018/2/layout/IconLabelList"/>
    <dgm:cxn modelId="{607AA468-A129-4A7B-A55E-C7FA925067EE}" type="presParOf" srcId="{E93B0422-0B10-4FEC-9909-1A633643D94A}" destId="{98EA4E95-F919-4F7B-8F5D-66B17D6CB2D7}" srcOrd="2" destOrd="0" presId="urn:microsoft.com/office/officeart/2018/2/layout/IconLabelList"/>
    <dgm:cxn modelId="{58548DE8-016A-43BC-9304-20E7542AC4AA}" type="presParOf" srcId="{6B8B8346-08E2-4FE2-A534-8B651AAD72C6}" destId="{30BDEBD5-E7E3-484A-A431-6F836091ABAB}" srcOrd="5" destOrd="0" presId="urn:microsoft.com/office/officeart/2018/2/layout/IconLabelList"/>
    <dgm:cxn modelId="{11A82307-9D47-4E59-9E67-1982F144DA93}" type="presParOf" srcId="{6B8B8346-08E2-4FE2-A534-8B651AAD72C6}" destId="{30E04973-502D-41D2-BD5A-6A2C0B134D4C}" srcOrd="6" destOrd="0" presId="urn:microsoft.com/office/officeart/2018/2/layout/IconLabelList"/>
    <dgm:cxn modelId="{F8CF9CC0-BC4C-4BCC-B3B9-750FBED07DC0}" type="presParOf" srcId="{30E04973-502D-41D2-BD5A-6A2C0B134D4C}" destId="{BC7A44B2-672D-4E41-B151-0303C7005875}" srcOrd="0" destOrd="0" presId="urn:microsoft.com/office/officeart/2018/2/layout/IconLabelList"/>
    <dgm:cxn modelId="{887C7A26-395A-48BF-A37B-D752AA6DA6B6}" type="presParOf" srcId="{30E04973-502D-41D2-BD5A-6A2C0B134D4C}" destId="{9BA62481-122A-464D-B722-3889936F9699}" srcOrd="1" destOrd="0" presId="urn:microsoft.com/office/officeart/2018/2/layout/IconLabelList"/>
    <dgm:cxn modelId="{F28657E0-CD6C-4883-A383-E2BEA74043FA}" type="presParOf" srcId="{30E04973-502D-41D2-BD5A-6A2C0B134D4C}" destId="{A76325F8-538E-44B6-B967-1431D23A3643}" srcOrd="2" destOrd="0" presId="urn:microsoft.com/office/officeart/2018/2/layout/IconLabelList"/>
    <dgm:cxn modelId="{B96EE4E2-8E5B-4C5B-A164-F550CAC75A0B}" type="presParOf" srcId="{6B8B8346-08E2-4FE2-A534-8B651AAD72C6}" destId="{47CCEABC-8626-447F-A2ED-BE8A54AEDD0C}" srcOrd="7" destOrd="0" presId="urn:microsoft.com/office/officeart/2018/2/layout/IconLabelList"/>
    <dgm:cxn modelId="{7C48A619-DB02-4099-9761-21EEAFC84DE5}" type="presParOf" srcId="{6B8B8346-08E2-4FE2-A534-8B651AAD72C6}" destId="{EDFE44C9-A8E1-4393-BC47-324304494D45}" srcOrd="8" destOrd="0" presId="urn:microsoft.com/office/officeart/2018/2/layout/IconLabelList"/>
    <dgm:cxn modelId="{08C93B8C-8315-4B2B-8861-FBEAC5967708}" type="presParOf" srcId="{EDFE44C9-A8E1-4393-BC47-324304494D45}" destId="{50127E9F-BA1A-4FD4-8B84-778CABF0EB95}" srcOrd="0" destOrd="0" presId="urn:microsoft.com/office/officeart/2018/2/layout/IconLabelList"/>
    <dgm:cxn modelId="{7D092ED8-99F7-411A-80CF-3DC8794D9DE6}" type="presParOf" srcId="{EDFE44C9-A8E1-4393-BC47-324304494D45}" destId="{89935483-F04E-48EE-908E-73671CBF49B2}" srcOrd="1" destOrd="0" presId="urn:microsoft.com/office/officeart/2018/2/layout/IconLabelList"/>
    <dgm:cxn modelId="{E9EC2F09-51AF-4524-B8B6-EF6C73B162CF}" type="presParOf" srcId="{EDFE44C9-A8E1-4393-BC47-324304494D45}" destId="{AF1EC6FD-A1BD-45CA-BC83-534A9BD3D31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A8BB85-8AE6-48CC-86E7-66B510EF3A16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F7631EF-0DF4-4966-8D3C-0F91901B0398}">
      <dgm:prSet/>
      <dgm:spPr/>
      <dgm:t>
        <a:bodyPr/>
        <a:lstStyle/>
        <a:p>
          <a:r>
            <a:rPr lang="en-US"/>
            <a:t>Store all raw data in one secure place (Amazon S3).</a:t>
          </a:r>
        </a:p>
      </dgm:t>
    </dgm:pt>
    <dgm:pt modelId="{B8C9F0EA-C4B5-4003-A2D7-0FAB14DFEFCF}" type="parTrans" cxnId="{F6ED4112-25DA-4C51-96E6-CCF7D587196D}">
      <dgm:prSet/>
      <dgm:spPr/>
      <dgm:t>
        <a:bodyPr/>
        <a:lstStyle/>
        <a:p>
          <a:endParaRPr lang="en-US"/>
        </a:p>
      </dgm:t>
    </dgm:pt>
    <dgm:pt modelId="{3654708F-D633-4F3D-B823-1371D452B144}" type="sibTrans" cxnId="{F6ED4112-25DA-4C51-96E6-CCF7D587196D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32773E06-EA74-48FF-9431-9ECD9E1C57C3}">
      <dgm:prSet/>
      <dgm:spPr/>
      <dgm:t>
        <a:bodyPr/>
        <a:lstStyle/>
        <a:p>
          <a:r>
            <a:rPr lang="en-US" dirty="0"/>
            <a:t>Automatically detect data structure and create a catalog (AWS crawler).</a:t>
          </a:r>
        </a:p>
      </dgm:t>
    </dgm:pt>
    <dgm:pt modelId="{18BE5172-CDD8-40B2-8CD3-FD3528D2AF76}" type="parTrans" cxnId="{AD9436CD-5FD7-4B74-8E1B-DF8400F2AF69}">
      <dgm:prSet/>
      <dgm:spPr/>
      <dgm:t>
        <a:bodyPr/>
        <a:lstStyle/>
        <a:p>
          <a:endParaRPr lang="en-US"/>
        </a:p>
      </dgm:t>
    </dgm:pt>
    <dgm:pt modelId="{081B91BE-E706-4044-9AE1-53796FABDA48}" type="sibTrans" cxnId="{AD9436CD-5FD7-4B74-8E1B-DF8400F2AF69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5FE39469-E1B7-4714-B62E-3DA312492DB8}">
      <dgm:prSet/>
      <dgm:spPr/>
      <dgm:t>
        <a:bodyPr/>
        <a:lstStyle/>
        <a:p>
          <a:r>
            <a:rPr lang="en-US"/>
            <a:t>Clean and prepare the data so it is consistent and reliable.</a:t>
          </a:r>
        </a:p>
      </dgm:t>
    </dgm:pt>
    <dgm:pt modelId="{B6528E48-BFDF-40D9-B951-77F890661D2C}" type="parTrans" cxnId="{4C317529-34AC-4731-B939-2639B9A9FAC8}">
      <dgm:prSet/>
      <dgm:spPr/>
      <dgm:t>
        <a:bodyPr/>
        <a:lstStyle/>
        <a:p>
          <a:endParaRPr lang="en-US"/>
        </a:p>
      </dgm:t>
    </dgm:pt>
    <dgm:pt modelId="{98FA1AC3-8F37-437B-8C1D-51DB1EB76EAD}" type="sibTrans" cxnId="{4C317529-34AC-4731-B939-2639B9A9FAC8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B639645C-5426-475D-887D-73ECC4D737FB}">
      <dgm:prSet/>
      <dgm:spPr/>
      <dgm:t>
        <a:bodyPr/>
        <a:lstStyle/>
        <a:p>
          <a:r>
            <a:rPr lang="en-US"/>
            <a:t>Analyze the data with flexible queries (Amazon Athena).</a:t>
          </a:r>
        </a:p>
      </dgm:t>
    </dgm:pt>
    <dgm:pt modelId="{45259EF2-4CBB-4544-A1E8-06B363416340}" type="parTrans" cxnId="{F0FFA3BF-DDE0-4992-8683-5788A438E187}">
      <dgm:prSet/>
      <dgm:spPr/>
      <dgm:t>
        <a:bodyPr/>
        <a:lstStyle/>
        <a:p>
          <a:endParaRPr lang="en-US"/>
        </a:p>
      </dgm:t>
    </dgm:pt>
    <dgm:pt modelId="{B1D66CD5-BB11-4596-AEBF-BBF6301A2159}" type="sibTrans" cxnId="{F0FFA3BF-DDE0-4992-8683-5788A438E187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E8887064-157C-4080-97CC-07372682B826}">
      <dgm:prSet/>
      <dgm:spPr/>
      <dgm:t>
        <a:bodyPr/>
        <a:lstStyle/>
        <a:p>
          <a:r>
            <a:rPr lang="en-US"/>
            <a:t>Show results using easy‑to‑read dashboards (Amazon QuickSight).</a:t>
          </a:r>
        </a:p>
      </dgm:t>
    </dgm:pt>
    <dgm:pt modelId="{84C949C1-1138-4F4F-B0F9-AADB0D45CA08}" type="parTrans" cxnId="{8294C9F7-2609-4FBE-883A-6B3B65A88D7A}">
      <dgm:prSet/>
      <dgm:spPr/>
      <dgm:t>
        <a:bodyPr/>
        <a:lstStyle/>
        <a:p>
          <a:endParaRPr lang="en-US"/>
        </a:p>
      </dgm:t>
    </dgm:pt>
    <dgm:pt modelId="{5E9B2A33-79F9-4A5E-86A5-C774B60CC5A8}" type="sibTrans" cxnId="{8294C9F7-2609-4FBE-883A-6B3B65A88D7A}">
      <dgm:prSet phldrT="5"/>
      <dgm:spPr/>
      <dgm:t>
        <a:bodyPr/>
        <a:lstStyle/>
        <a:p>
          <a:r>
            <a:rPr lang="en-US"/>
            <a:t>5</a:t>
          </a:r>
        </a:p>
      </dgm:t>
    </dgm:pt>
    <dgm:pt modelId="{B554F224-2807-4C43-A8FA-26D47FE4B65D}" type="pres">
      <dgm:prSet presAssocID="{74A8BB85-8AE6-48CC-86E7-66B510EF3A16}" presName="linearFlow" presStyleCnt="0">
        <dgm:presLayoutVars>
          <dgm:dir/>
          <dgm:animLvl val="lvl"/>
          <dgm:resizeHandles val="exact"/>
        </dgm:presLayoutVars>
      </dgm:prSet>
      <dgm:spPr/>
    </dgm:pt>
    <dgm:pt modelId="{3778841C-CFC5-804C-B69B-B14CD8C3EC30}" type="pres">
      <dgm:prSet presAssocID="{AF7631EF-0DF4-4966-8D3C-0F91901B0398}" presName="compositeNode" presStyleCnt="0"/>
      <dgm:spPr/>
    </dgm:pt>
    <dgm:pt modelId="{02E18023-3CEC-3840-9D5F-6009ADDE9248}" type="pres">
      <dgm:prSet presAssocID="{AF7631EF-0DF4-4966-8D3C-0F91901B039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2D0D4BC-ADE4-6D45-A54E-29AF577C9EEA}" type="pres">
      <dgm:prSet presAssocID="{AF7631EF-0DF4-4966-8D3C-0F91901B0398}" presName="parSh" presStyleCnt="0"/>
      <dgm:spPr/>
    </dgm:pt>
    <dgm:pt modelId="{A1472A5B-18F0-C641-8295-F49CE030FF61}" type="pres">
      <dgm:prSet presAssocID="{AF7631EF-0DF4-4966-8D3C-0F91901B0398}" presName="lineNode" presStyleLbl="alignAccFollowNode1" presStyleIdx="0" presStyleCnt="15"/>
      <dgm:spPr/>
    </dgm:pt>
    <dgm:pt modelId="{A3BFA8DD-84AD-7F42-8CA1-F16A365B3685}" type="pres">
      <dgm:prSet presAssocID="{AF7631EF-0DF4-4966-8D3C-0F91901B0398}" presName="lineArrowNode" presStyleLbl="alignAccFollowNode1" presStyleIdx="1" presStyleCnt="15"/>
      <dgm:spPr/>
    </dgm:pt>
    <dgm:pt modelId="{FD3A4B40-9DD3-4A45-87B1-106130FCA6D0}" type="pres">
      <dgm:prSet presAssocID="{3654708F-D633-4F3D-B823-1371D452B144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DBB52A54-86A2-CF4C-B6A5-4FBE3C1C7092}" type="pres">
      <dgm:prSet presAssocID="{3654708F-D633-4F3D-B823-1371D452B144}" presName="spacerBetweenCircleAndCallout" presStyleCnt="0">
        <dgm:presLayoutVars/>
      </dgm:prSet>
      <dgm:spPr/>
    </dgm:pt>
    <dgm:pt modelId="{3168E603-C6B8-D74A-8245-B50C4F048B53}" type="pres">
      <dgm:prSet presAssocID="{AF7631EF-0DF4-4966-8D3C-0F91901B0398}" presName="nodeText" presStyleLbl="alignAccFollowNode1" presStyleIdx="2" presStyleCnt="15">
        <dgm:presLayoutVars>
          <dgm:bulletEnabled val="1"/>
        </dgm:presLayoutVars>
      </dgm:prSet>
      <dgm:spPr/>
    </dgm:pt>
    <dgm:pt modelId="{74FD1A61-75D5-BF47-884A-8C611B2A35CB}" type="pres">
      <dgm:prSet presAssocID="{3654708F-D633-4F3D-B823-1371D452B144}" presName="sibTransComposite" presStyleCnt="0"/>
      <dgm:spPr/>
    </dgm:pt>
    <dgm:pt modelId="{16182B73-B4DC-0042-A70D-4428AE454173}" type="pres">
      <dgm:prSet presAssocID="{32773E06-EA74-48FF-9431-9ECD9E1C57C3}" presName="compositeNode" presStyleCnt="0"/>
      <dgm:spPr/>
    </dgm:pt>
    <dgm:pt modelId="{665D5FAB-FDEA-D54C-BB60-45B89A6C2103}" type="pres">
      <dgm:prSet presAssocID="{32773E06-EA74-48FF-9431-9ECD9E1C57C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BC6FEB3-AB98-4E48-8FEE-66DC991DEADA}" type="pres">
      <dgm:prSet presAssocID="{32773E06-EA74-48FF-9431-9ECD9E1C57C3}" presName="parSh" presStyleCnt="0"/>
      <dgm:spPr/>
    </dgm:pt>
    <dgm:pt modelId="{107FC688-6F87-E045-B620-ED16391C678F}" type="pres">
      <dgm:prSet presAssocID="{32773E06-EA74-48FF-9431-9ECD9E1C57C3}" presName="lineNode" presStyleLbl="alignAccFollowNode1" presStyleIdx="3" presStyleCnt="15"/>
      <dgm:spPr/>
    </dgm:pt>
    <dgm:pt modelId="{84E90965-2C6A-2943-97E8-940A7BA38EEF}" type="pres">
      <dgm:prSet presAssocID="{32773E06-EA74-48FF-9431-9ECD9E1C57C3}" presName="lineArrowNode" presStyleLbl="alignAccFollowNode1" presStyleIdx="4" presStyleCnt="15"/>
      <dgm:spPr/>
    </dgm:pt>
    <dgm:pt modelId="{060344E9-6D69-8540-B94B-1FE45FA8E0D8}" type="pres">
      <dgm:prSet presAssocID="{081B91BE-E706-4044-9AE1-53796FABDA48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9B8AC2C5-4FD7-AA4D-870B-C926C5A8A6C7}" type="pres">
      <dgm:prSet presAssocID="{081B91BE-E706-4044-9AE1-53796FABDA48}" presName="spacerBetweenCircleAndCallout" presStyleCnt="0">
        <dgm:presLayoutVars/>
      </dgm:prSet>
      <dgm:spPr/>
    </dgm:pt>
    <dgm:pt modelId="{2631A902-CC20-A348-AC53-C00223FA1F95}" type="pres">
      <dgm:prSet presAssocID="{32773E06-EA74-48FF-9431-9ECD9E1C57C3}" presName="nodeText" presStyleLbl="alignAccFollowNode1" presStyleIdx="5" presStyleCnt="15">
        <dgm:presLayoutVars>
          <dgm:bulletEnabled val="1"/>
        </dgm:presLayoutVars>
      </dgm:prSet>
      <dgm:spPr/>
    </dgm:pt>
    <dgm:pt modelId="{424EB014-5EE6-3E44-AE2E-CA6900C10775}" type="pres">
      <dgm:prSet presAssocID="{081B91BE-E706-4044-9AE1-53796FABDA48}" presName="sibTransComposite" presStyleCnt="0"/>
      <dgm:spPr/>
    </dgm:pt>
    <dgm:pt modelId="{3C1F4E42-D530-9D40-87A6-3D420E5CB80A}" type="pres">
      <dgm:prSet presAssocID="{5FE39469-E1B7-4714-B62E-3DA312492DB8}" presName="compositeNode" presStyleCnt="0"/>
      <dgm:spPr/>
    </dgm:pt>
    <dgm:pt modelId="{83ECCDE4-A00D-E44C-97DA-BE23F200957B}" type="pres">
      <dgm:prSet presAssocID="{5FE39469-E1B7-4714-B62E-3DA312492DB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2088F79-1C0B-7940-B111-046BB9BC48E4}" type="pres">
      <dgm:prSet presAssocID="{5FE39469-E1B7-4714-B62E-3DA312492DB8}" presName="parSh" presStyleCnt="0"/>
      <dgm:spPr/>
    </dgm:pt>
    <dgm:pt modelId="{FA52ED57-A39C-5541-A25B-8ED3780BF5CC}" type="pres">
      <dgm:prSet presAssocID="{5FE39469-E1B7-4714-B62E-3DA312492DB8}" presName="lineNode" presStyleLbl="alignAccFollowNode1" presStyleIdx="6" presStyleCnt="15"/>
      <dgm:spPr/>
    </dgm:pt>
    <dgm:pt modelId="{79D60A3F-EB52-3A4A-936A-6E26DE59D434}" type="pres">
      <dgm:prSet presAssocID="{5FE39469-E1B7-4714-B62E-3DA312492DB8}" presName="lineArrowNode" presStyleLbl="alignAccFollowNode1" presStyleIdx="7" presStyleCnt="15"/>
      <dgm:spPr/>
    </dgm:pt>
    <dgm:pt modelId="{00AC94F2-912A-674C-97F7-8EE248714DB0}" type="pres">
      <dgm:prSet presAssocID="{98FA1AC3-8F37-437B-8C1D-51DB1EB76EAD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E568E18C-8C5D-A44B-A19D-0CF97B434577}" type="pres">
      <dgm:prSet presAssocID="{98FA1AC3-8F37-437B-8C1D-51DB1EB76EAD}" presName="spacerBetweenCircleAndCallout" presStyleCnt="0">
        <dgm:presLayoutVars/>
      </dgm:prSet>
      <dgm:spPr/>
    </dgm:pt>
    <dgm:pt modelId="{07544DAA-24F2-2847-94D4-4796CA4843F8}" type="pres">
      <dgm:prSet presAssocID="{5FE39469-E1B7-4714-B62E-3DA312492DB8}" presName="nodeText" presStyleLbl="alignAccFollowNode1" presStyleIdx="8" presStyleCnt="15">
        <dgm:presLayoutVars>
          <dgm:bulletEnabled val="1"/>
        </dgm:presLayoutVars>
      </dgm:prSet>
      <dgm:spPr/>
    </dgm:pt>
    <dgm:pt modelId="{2227A9CA-9259-084D-B149-BFE37BEA1B89}" type="pres">
      <dgm:prSet presAssocID="{98FA1AC3-8F37-437B-8C1D-51DB1EB76EAD}" presName="sibTransComposite" presStyleCnt="0"/>
      <dgm:spPr/>
    </dgm:pt>
    <dgm:pt modelId="{42F98025-7F12-D443-AF3C-B07CE780F4FE}" type="pres">
      <dgm:prSet presAssocID="{B639645C-5426-475D-887D-73ECC4D737FB}" presName="compositeNode" presStyleCnt="0"/>
      <dgm:spPr/>
    </dgm:pt>
    <dgm:pt modelId="{244835E2-636B-DD41-8E17-F962D909C38F}" type="pres">
      <dgm:prSet presAssocID="{B639645C-5426-475D-887D-73ECC4D737F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95DBA38-3115-6947-904A-1055381D3658}" type="pres">
      <dgm:prSet presAssocID="{B639645C-5426-475D-887D-73ECC4D737FB}" presName="parSh" presStyleCnt="0"/>
      <dgm:spPr/>
    </dgm:pt>
    <dgm:pt modelId="{60907ADD-FCD2-9648-8F44-8BC10A1B680B}" type="pres">
      <dgm:prSet presAssocID="{B639645C-5426-475D-887D-73ECC4D737FB}" presName="lineNode" presStyleLbl="alignAccFollowNode1" presStyleIdx="9" presStyleCnt="15"/>
      <dgm:spPr/>
    </dgm:pt>
    <dgm:pt modelId="{A43FF4DB-76C9-174C-92A6-51E407AC143D}" type="pres">
      <dgm:prSet presAssocID="{B639645C-5426-475D-887D-73ECC4D737FB}" presName="lineArrowNode" presStyleLbl="alignAccFollowNode1" presStyleIdx="10" presStyleCnt="15"/>
      <dgm:spPr/>
    </dgm:pt>
    <dgm:pt modelId="{950104CA-4082-BB42-BA78-82B0F66663FD}" type="pres">
      <dgm:prSet presAssocID="{B1D66CD5-BB11-4596-AEBF-BBF6301A2159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28BF4FFE-A925-8041-8962-91412624E9EF}" type="pres">
      <dgm:prSet presAssocID="{B1D66CD5-BB11-4596-AEBF-BBF6301A2159}" presName="spacerBetweenCircleAndCallout" presStyleCnt="0">
        <dgm:presLayoutVars/>
      </dgm:prSet>
      <dgm:spPr/>
    </dgm:pt>
    <dgm:pt modelId="{96EB1323-EE97-1341-9711-4B47F6BD0739}" type="pres">
      <dgm:prSet presAssocID="{B639645C-5426-475D-887D-73ECC4D737FB}" presName="nodeText" presStyleLbl="alignAccFollowNode1" presStyleIdx="11" presStyleCnt="15">
        <dgm:presLayoutVars>
          <dgm:bulletEnabled val="1"/>
        </dgm:presLayoutVars>
      </dgm:prSet>
      <dgm:spPr/>
    </dgm:pt>
    <dgm:pt modelId="{C9AA055E-DB83-234F-A35C-F08FFD2C2560}" type="pres">
      <dgm:prSet presAssocID="{B1D66CD5-BB11-4596-AEBF-BBF6301A2159}" presName="sibTransComposite" presStyleCnt="0"/>
      <dgm:spPr/>
    </dgm:pt>
    <dgm:pt modelId="{E0E340DA-0F9F-D244-8486-8E30337CC535}" type="pres">
      <dgm:prSet presAssocID="{E8887064-157C-4080-97CC-07372682B826}" presName="compositeNode" presStyleCnt="0"/>
      <dgm:spPr/>
    </dgm:pt>
    <dgm:pt modelId="{620F5392-4A92-8B49-A4EC-FAE3978AE1CE}" type="pres">
      <dgm:prSet presAssocID="{E8887064-157C-4080-97CC-07372682B82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BBB75A0-7E5E-CE42-BA6A-554B7879DA5D}" type="pres">
      <dgm:prSet presAssocID="{E8887064-157C-4080-97CC-07372682B826}" presName="parSh" presStyleCnt="0"/>
      <dgm:spPr/>
    </dgm:pt>
    <dgm:pt modelId="{91EBA310-C41D-A549-8F22-C7B3AD24F6BA}" type="pres">
      <dgm:prSet presAssocID="{E8887064-157C-4080-97CC-07372682B826}" presName="lineNode" presStyleLbl="alignAccFollowNode1" presStyleIdx="12" presStyleCnt="15"/>
      <dgm:spPr/>
    </dgm:pt>
    <dgm:pt modelId="{F063FC03-BD53-BF4D-9FA6-011FE10B8547}" type="pres">
      <dgm:prSet presAssocID="{E8887064-157C-4080-97CC-07372682B826}" presName="lineArrowNode" presStyleLbl="alignAccFollowNode1" presStyleIdx="13" presStyleCnt="15"/>
      <dgm:spPr/>
    </dgm:pt>
    <dgm:pt modelId="{28ECE575-9872-4E47-95CA-3C4CACDF0991}" type="pres">
      <dgm:prSet presAssocID="{5E9B2A33-79F9-4A5E-86A5-C774B60CC5A8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ECAF058B-5491-684E-B162-81905C2372EF}" type="pres">
      <dgm:prSet presAssocID="{5E9B2A33-79F9-4A5E-86A5-C774B60CC5A8}" presName="spacerBetweenCircleAndCallout" presStyleCnt="0">
        <dgm:presLayoutVars/>
      </dgm:prSet>
      <dgm:spPr/>
    </dgm:pt>
    <dgm:pt modelId="{437B4355-7BA4-E44D-AD87-20F2F70331B6}" type="pres">
      <dgm:prSet presAssocID="{E8887064-157C-4080-97CC-07372682B826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F6ED4112-25DA-4C51-96E6-CCF7D587196D}" srcId="{74A8BB85-8AE6-48CC-86E7-66B510EF3A16}" destId="{AF7631EF-0DF4-4966-8D3C-0F91901B0398}" srcOrd="0" destOrd="0" parTransId="{B8C9F0EA-C4B5-4003-A2D7-0FAB14DFEFCF}" sibTransId="{3654708F-D633-4F3D-B823-1371D452B144}"/>
    <dgm:cxn modelId="{86889D14-CFBF-AB46-AB37-6AD81DE2EB8D}" type="presOf" srcId="{5E9B2A33-79F9-4A5E-86A5-C774B60CC5A8}" destId="{28ECE575-9872-4E47-95CA-3C4CACDF0991}" srcOrd="0" destOrd="0" presId="urn:microsoft.com/office/officeart/2016/7/layout/LinearArrowProcessNumbered"/>
    <dgm:cxn modelId="{EC254520-7CE0-D84C-87F4-98EBD30E592F}" type="presOf" srcId="{5FE39469-E1B7-4714-B62E-3DA312492DB8}" destId="{07544DAA-24F2-2847-94D4-4796CA4843F8}" srcOrd="0" destOrd="0" presId="urn:microsoft.com/office/officeart/2016/7/layout/LinearArrowProcessNumbered"/>
    <dgm:cxn modelId="{4C317529-34AC-4731-B939-2639B9A9FAC8}" srcId="{74A8BB85-8AE6-48CC-86E7-66B510EF3A16}" destId="{5FE39469-E1B7-4714-B62E-3DA312492DB8}" srcOrd="2" destOrd="0" parTransId="{B6528E48-BFDF-40D9-B951-77F890661D2C}" sibTransId="{98FA1AC3-8F37-437B-8C1D-51DB1EB76EAD}"/>
    <dgm:cxn modelId="{761E9D32-371C-8C43-AB3D-86844365F980}" type="presOf" srcId="{3654708F-D633-4F3D-B823-1371D452B144}" destId="{FD3A4B40-9DD3-4A45-87B1-106130FCA6D0}" srcOrd="0" destOrd="0" presId="urn:microsoft.com/office/officeart/2016/7/layout/LinearArrowProcessNumbered"/>
    <dgm:cxn modelId="{F70F3634-5EF5-0F4E-B1B7-C4B81901EE1A}" type="presOf" srcId="{32773E06-EA74-48FF-9431-9ECD9E1C57C3}" destId="{2631A902-CC20-A348-AC53-C00223FA1F95}" srcOrd="0" destOrd="0" presId="urn:microsoft.com/office/officeart/2016/7/layout/LinearArrowProcessNumbered"/>
    <dgm:cxn modelId="{2671873A-C751-4347-BA0C-D1B440B7317C}" type="presOf" srcId="{081B91BE-E706-4044-9AE1-53796FABDA48}" destId="{060344E9-6D69-8540-B94B-1FE45FA8E0D8}" srcOrd="0" destOrd="0" presId="urn:microsoft.com/office/officeart/2016/7/layout/LinearArrowProcessNumbered"/>
    <dgm:cxn modelId="{D8A62272-8B34-D64D-83AE-0AFC9D8458FC}" type="presOf" srcId="{AF7631EF-0DF4-4966-8D3C-0F91901B0398}" destId="{3168E603-C6B8-D74A-8245-B50C4F048B53}" srcOrd="0" destOrd="0" presId="urn:microsoft.com/office/officeart/2016/7/layout/LinearArrowProcessNumbered"/>
    <dgm:cxn modelId="{6234B590-CF21-CF4C-840B-AC65C1512C46}" type="presOf" srcId="{B639645C-5426-475D-887D-73ECC4D737FB}" destId="{96EB1323-EE97-1341-9711-4B47F6BD0739}" srcOrd="0" destOrd="0" presId="urn:microsoft.com/office/officeart/2016/7/layout/LinearArrowProcessNumbered"/>
    <dgm:cxn modelId="{5327DD91-6517-4542-92D1-57340636AD73}" type="presOf" srcId="{E8887064-157C-4080-97CC-07372682B826}" destId="{437B4355-7BA4-E44D-AD87-20F2F70331B6}" srcOrd="0" destOrd="0" presId="urn:microsoft.com/office/officeart/2016/7/layout/LinearArrowProcessNumbered"/>
    <dgm:cxn modelId="{C8D85DB6-5567-274E-AFC6-9784A01C1A09}" type="presOf" srcId="{98FA1AC3-8F37-437B-8C1D-51DB1EB76EAD}" destId="{00AC94F2-912A-674C-97F7-8EE248714DB0}" srcOrd="0" destOrd="0" presId="urn:microsoft.com/office/officeart/2016/7/layout/LinearArrowProcessNumbered"/>
    <dgm:cxn modelId="{F0FFA3BF-DDE0-4992-8683-5788A438E187}" srcId="{74A8BB85-8AE6-48CC-86E7-66B510EF3A16}" destId="{B639645C-5426-475D-887D-73ECC4D737FB}" srcOrd="3" destOrd="0" parTransId="{45259EF2-4CBB-4544-A1E8-06B363416340}" sibTransId="{B1D66CD5-BB11-4596-AEBF-BBF6301A2159}"/>
    <dgm:cxn modelId="{AD9436CD-5FD7-4B74-8E1B-DF8400F2AF69}" srcId="{74A8BB85-8AE6-48CC-86E7-66B510EF3A16}" destId="{32773E06-EA74-48FF-9431-9ECD9E1C57C3}" srcOrd="1" destOrd="0" parTransId="{18BE5172-CDD8-40B2-8CD3-FD3528D2AF76}" sibTransId="{081B91BE-E706-4044-9AE1-53796FABDA48}"/>
    <dgm:cxn modelId="{C8A492D0-6062-494C-AE3C-44102F07A932}" type="presOf" srcId="{74A8BB85-8AE6-48CC-86E7-66B510EF3A16}" destId="{B554F224-2807-4C43-A8FA-26D47FE4B65D}" srcOrd="0" destOrd="0" presId="urn:microsoft.com/office/officeart/2016/7/layout/LinearArrowProcessNumbered"/>
    <dgm:cxn modelId="{FDE567F1-E57E-1941-93CB-1357F2057D4B}" type="presOf" srcId="{B1D66CD5-BB11-4596-AEBF-BBF6301A2159}" destId="{950104CA-4082-BB42-BA78-82B0F66663FD}" srcOrd="0" destOrd="0" presId="urn:microsoft.com/office/officeart/2016/7/layout/LinearArrowProcessNumbered"/>
    <dgm:cxn modelId="{8294C9F7-2609-4FBE-883A-6B3B65A88D7A}" srcId="{74A8BB85-8AE6-48CC-86E7-66B510EF3A16}" destId="{E8887064-157C-4080-97CC-07372682B826}" srcOrd="4" destOrd="0" parTransId="{84C949C1-1138-4F4F-B0F9-AADB0D45CA08}" sibTransId="{5E9B2A33-79F9-4A5E-86A5-C774B60CC5A8}"/>
    <dgm:cxn modelId="{8B21193C-FB42-0444-A42E-DFF122E19447}" type="presParOf" srcId="{B554F224-2807-4C43-A8FA-26D47FE4B65D}" destId="{3778841C-CFC5-804C-B69B-B14CD8C3EC30}" srcOrd="0" destOrd="0" presId="urn:microsoft.com/office/officeart/2016/7/layout/LinearArrowProcessNumbered"/>
    <dgm:cxn modelId="{A3599F10-D817-D040-98D8-7A191ECD1E90}" type="presParOf" srcId="{3778841C-CFC5-804C-B69B-B14CD8C3EC30}" destId="{02E18023-3CEC-3840-9D5F-6009ADDE9248}" srcOrd="0" destOrd="0" presId="urn:microsoft.com/office/officeart/2016/7/layout/LinearArrowProcessNumbered"/>
    <dgm:cxn modelId="{8CACDE54-C10F-534F-B39D-8A119D5C9D89}" type="presParOf" srcId="{3778841C-CFC5-804C-B69B-B14CD8C3EC30}" destId="{62D0D4BC-ADE4-6D45-A54E-29AF577C9EEA}" srcOrd="1" destOrd="0" presId="urn:microsoft.com/office/officeart/2016/7/layout/LinearArrowProcessNumbered"/>
    <dgm:cxn modelId="{3C3D2961-A8EB-6647-A2BF-C5D77B6365F5}" type="presParOf" srcId="{62D0D4BC-ADE4-6D45-A54E-29AF577C9EEA}" destId="{A1472A5B-18F0-C641-8295-F49CE030FF61}" srcOrd="0" destOrd="0" presId="urn:microsoft.com/office/officeart/2016/7/layout/LinearArrowProcessNumbered"/>
    <dgm:cxn modelId="{D442BE4E-C818-1D42-97E3-993C7ED69325}" type="presParOf" srcId="{62D0D4BC-ADE4-6D45-A54E-29AF577C9EEA}" destId="{A3BFA8DD-84AD-7F42-8CA1-F16A365B3685}" srcOrd="1" destOrd="0" presId="urn:microsoft.com/office/officeart/2016/7/layout/LinearArrowProcessNumbered"/>
    <dgm:cxn modelId="{9254023A-76FD-5B46-8AB1-2BF0937BC6A7}" type="presParOf" srcId="{62D0D4BC-ADE4-6D45-A54E-29AF577C9EEA}" destId="{FD3A4B40-9DD3-4A45-87B1-106130FCA6D0}" srcOrd="2" destOrd="0" presId="urn:microsoft.com/office/officeart/2016/7/layout/LinearArrowProcessNumbered"/>
    <dgm:cxn modelId="{1100605A-0B10-4943-A38A-148300E63AAA}" type="presParOf" srcId="{62D0D4BC-ADE4-6D45-A54E-29AF577C9EEA}" destId="{DBB52A54-86A2-CF4C-B6A5-4FBE3C1C7092}" srcOrd="3" destOrd="0" presId="urn:microsoft.com/office/officeart/2016/7/layout/LinearArrowProcessNumbered"/>
    <dgm:cxn modelId="{BF70184B-832E-8C4F-9151-49F4E42AFF77}" type="presParOf" srcId="{3778841C-CFC5-804C-B69B-B14CD8C3EC30}" destId="{3168E603-C6B8-D74A-8245-B50C4F048B53}" srcOrd="2" destOrd="0" presId="urn:microsoft.com/office/officeart/2016/7/layout/LinearArrowProcessNumbered"/>
    <dgm:cxn modelId="{18118C75-8BED-6245-AC4C-41DF012BE6BA}" type="presParOf" srcId="{B554F224-2807-4C43-A8FA-26D47FE4B65D}" destId="{74FD1A61-75D5-BF47-884A-8C611B2A35CB}" srcOrd="1" destOrd="0" presId="urn:microsoft.com/office/officeart/2016/7/layout/LinearArrowProcessNumbered"/>
    <dgm:cxn modelId="{172B84B7-48FF-4446-A846-40A4196CC8EF}" type="presParOf" srcId="{B554F224-2807-4C43-A8FA-26D47FE4B65D}" destId="{16182B73-B4DC-0042-A70D-4428AE454173}" srcOrd="2" destOrd="0" presId="urn:microsoft.com/office/officeart/2016/7/layout/LinearArrowProcessNumbered"/>
    <dgm:cxn modelId="{48733E80-D2F0-F34F-9F62-2CC69B40EDA9}" type="presParOf" srcId="{16182B73-B4DC-0042-A70D-4428AE454173}" destId="{665D5FAB-FDEA-D54C-BB60-45B89A6C2103}" srcOrd="0" destOrd="0" presId="urn:microsoft.com/office/officeart/2016/7/layout/LinearArrowProcessNumbered"/>
    <dgm:cxn modelId="{6AEF9C63-659C-4F49-AFEC-A44C67EFCAEE}" type="presParOf" srcId="{16182B73-B4DC-0042-A70D-4428AE454173}" destId="{4BC6FEB3-AB98-4E48-8FEE-66DC991DEADA}" srcOrd="1" destOrd="0" presId="urn:microsoft.com/office/officeart/2016/7/layout/LinearArrowProcessNumbered"/>
    <dgm:cxn modelId="{DEE670AC-50AF-AF42-AD7A-F4FC68F7CAEB}" type="presParOf" srcId="{4BC6FEB3-AB98-4E48-8FEE-66DC991DEADA}" destId="{107FC688-6F87-E045-B620-ED16391C678F}" srcOrd="0" destOrd="0" presId="urn:microsoft.com/office/officeart/2016/7/layout/LinearArrowProcessNumbered"/>
    <dgm:cxn modelId="{B605DC7A-40CD-7544-977C-91314BD4F2BE}" type="presParOf" srcId="{4BC6FEB3-AB98-4E48-8FEE-66DC991DEADA}" destId="{84E90965-2C6A-2943-97E8-940A7BA38EEF}" srcOrd="1" destOrd="0" presId="urn:microsoft.com/office/officeart/2016/7/layout/LinearArrowProcessNumbered"/>
    <dgm:cxn modelId="{1481240D-B5C2-A241-B9DE-64D62AA788BB}" type="presParOf" srcId="{4BC6FEB3-AB98-4E48-8FEE-66DC991DEADA}" destId="{060344E9-6D69-8540-B94B-1FE45FA8E0D8}" srcOrd="2" destOrd="0" presId="urn:microsoft.com/office/officeart/2016/7/layout/LinearArrowProcessNumbered"/>
    <dgm:cxn modelId="{6A9A28A9-0C86-EE4C-80FB-E77FD175274A}" type="presParOf" srcId="{4BC6FEB3-AB98-4E48-8FEE-66DC991DEADA}" destId="{9B8AC2C5-4FD7-AA4D-870B-C926C5A8A6C7}" srcOrd="3" destOrd="0" presId="urn:microsoft.com/office/officeart/2016/7/layout/LinearArrowProcessNumbered"/>
    <dgm:cxn modelId="{B5EF43D5-C650-B840-B3AB-593E2F9704C8}" type="presParOf" srcId="{16182B73-B4DC-0042-A70D-4428AE454173}" destId="{2631A902-CC20-A348-AC53-C00223FA1F95}" srcOrd="2" destOrd="0" presId="urn:microsoft.com/office/officeart/2016/7/layout/LinearArrowProcessNumbered"/>
    <dgm:cxn modelId="{59C9A910-E1BF-9D4A-A0F6-CE43992A3F34}" type="presParOf" srcId="{B554F224-2807-4C43-A8FA-26D47FE4B65D}" destId="{424EB014-5EE6-3E44-AE2E-CA6900C10775}" srcOrd="3" destOrd="0" presId="urn:microsoft.com/office/officeart/2016/7/layout/LinearArrowProcessNumbered"/>
    <dgm:cxn modelId="{6F5B4E0C-6DC2-074F-A270-35837191C214}" type="presParOf" srcId="{B554F224-2807-4C43-A8FA-26D47FE4B65D}" destId="{3C1F4E42-D530-9D40-87A6-3D420E5CB80A}" srcOrd="4" destOrd="0" presId="urn:microsoft.com/office/officeart/2016/7/layout/LinearArrowProcessNumbered"/>
    <dgm:cxn modelId="{1C288822-658A-4743-85EE-1F844ADFF190}" type="presParOf" srcId="{3C1F4E42-D530-9D40-87A6-3D420E5CB80A}" destId="{83ECCDE4-A00D-E44C-97DA-BE23F200957B}" srcOrd="0" destOrd="0" presId="urn:microsoft.com/office/officeart/2016/7/layout/LinearArrowProcessNumbered"/>
    <dgm:cxn modelId="{41E7E47B-E65D-A643-97C6-9FC43CA82921}" type="presParOf" srcId="{3C1F4E42-D530-9D40-87A6-3D420E5CB80A}" destId="{82088F79-1C0B-7940-B111-046BB9BC48E4}" srcOrd="1" destOrd="0" presId="urn:microsoft.com/office/officeart/2016/7/layout/LinearArrowProcessNumbered"/>
    <dgm:cxn modelId="{AC9C71A5-FB76-344A-A71C-0D7D9D5C3F0C}" type="presParOf" srcId="{82088F79-1C0B-7940-B111-046BB9BC48E4}" destId="{FA52ED57-A39C-5541-A25B-8ED3780BF5CC}" srcOrd="0" destOrd="0" presId="urn:microsoft.com/office/officeart/2016/7/layout/LinearArrowProcessNumbered"/>
    <dgm:cxn modelId="{CEC1208C-D1E0-664A-AFBB-0BB3EE21C690}" type="presParOf" srcId="{82088F79-1C0B-7940-B111-046BB9BC48E4}" destId="{79D60A3F-EB52-3A4A-936A-6E26DE59D434}" srcOrd="1" destOrd="0" presId="urn:microsoft.com/office/officeart/2016/7/layout/LinearArrowProcessNumbered"/>
    <dgm:cxn modelId="{C1FDFDA2-E22A-434E-86AE-14CE6EBF7322}" type="presParOf" srcId="{82088F79-1C0B-7940-B111-046BB9BC48E4}" destId="{00AC94F2-912A-674C-97F7-8EE248714DB0}" srcOrd="2" destOrd="0" presId="urn:microsoft.com/office/officeart/2016/7/layout/LinearArrowProcessNumbered"/>
    <dgm:cxn modelId="{09C6B0CD-0D43-6547-94C2-963170869EAE}" type="presParOf" srcId="{82088F79-1C0B-7940-B111-046BB9BC48E4}" destId="{E568E18C-8C5D-A44B-A19D-0CF97B434577}" srcOrd="3" destOrd="0" presId="urn:microsoft.com/office/officeart/2016/7/layout/LinearArrowProcessNumbered"/>
    <dgm:cxn modelId="{05FDDB4C-F0ED-534B-82F4-ABA09FC31D4E}" type="presParOf" srcId="{3C1F4E42-D530-9D40-87A6-3D420E5CB80A}" destId="{07544DAA-24F2-2847-94D4-4796CA4843F8}" srcOrd="2" destOrd="0" presId="urn:microsoft.com/office/officeart/2016/7/layout/LinearArrowProcessNumbered"/>
    <dgm:cxn modelId="{A325ED73-8A0C-BB44-9CCC-8495AB242C60}" type="presParOf" srcId="{B554F224-2807-4C43-A8FA-26D47FE4B65D}" destId="{2227A9CA-9259-084D-B149-BFE37BEA1B89}" srcOrd="5" destOrd="0" presId="urn:microsoft.com/office/officeart/2016/7/layout/LinearArrowProcessNumbered"/>
    <dgm:cxn modelId="{E989FF37-98CF-4D40-A084-18A9CE66836E}" type="presParOf" srcId="{B554F224-2807-4C43-A8FA-26D47FE4B65D}" destId="{42F98025-7F12-D443-AF3C-B07CE780F4FE}" srcOrd="6" destOrd="0" presId="urn:microsoft.com/office/officeart/2016/7/layout/LinearArrowProcessNumbered"/>
    <dgm:cxn modelId="{B3743DF1-E6BA-6F4E-BFB5-E31B8409B93B}" type="presParOf" srcId="{42F98025-7F12-D443-AF3C-B07CE780F4FE}" destId="{244835E2-636B-DD41-8E17-F962D909C38F}" srcOrd="0" destOrd="0" presId="urn:microsoft.com/office/officeart/2016/7/layout/LinearArrowProcessNumbered"/>
    <dgm:cxn modelId="{B1EB80A0-7C86-DE45-BAFC-4B8AF87D0A9D}" type="presParOf" srcId="{42F98025-7F12-D443-AF3C-B07CE780F4FE}" destId="{795DBA38-3115-6947-904A-1055381D3658}" srcOrd="1" destOrd="0" presId="urn:microsoft.com/office/officeart/2016/7/layout/LinearArrowProcessNumbered"/>
    <dgm:cxn modelId="{341F2869-DAD7-B745-A54D-AD721AE5763B}" type="presParOf" srcId="{795DBA38-3115-6947-904A-1055381D3658}" destId="{60907ADD-FCD2-9648-8F44-8BC10A1B680B}" srcOrd="0" destOrd="0" presId="urn:microsoft.com/office/officeart/2016/7/layout/LinearArrowProcessNumbered"/>
    <dgm:cxn modelId="{0C89F898-4445-BF4B-BA85-98BE541E6B6F}" type="presParOf" srcId="{795DBA38-3115-6947-904A-1055381D3658}" destId="{A43FF4DB-76C9-174C-92A6-51E407AC143D}" srcOrd="1" destOrd="0" presId="urn:microsoft.com/office/officeart/2016/7/layout/LinearArrowProcessNumbered"/>
    <dgm:cxn modelId="{E34D0941-9E1D-F14C-A768-CB38EF5CBA96}" type="presParOf" srcId="{795DBA38-3115-6947-904A-1055381D3658}" destId="{950104CA-4082-BB42-BA78-82B0F66663FD}" srcOrd="2" destOrd="0" presId="urn:microsoft.com/office/officeart/2016/7/layout/LinearArrowProcessNumbered"/>
    <dgm:cxn modelId="{6A6CC409-4709-2640-B85C-450E9FDC4B42}" type="presParOf" srcId="{795DBA38-3115-6947-904A-1055381D3658}" destId="{28BF4FFE-A925-8041-8962-91412624E9EF}" srcOrd="3" destOrd="0" presId="urn:microsoft.com/office/officeart/2016/7/layout/LinearArrowProcessNumbered"/>
    <dgm:cxn modelId="{37191D6B-3F14-6143-A36E-3182E46AF815}" type="presParOf" srcId="{42F98025-7F12-D443-AF3C-B07CE780F4FE}" destId="{96EB1323-EE97-1341-9711-4B47F6BD0739}" srcOrd="2" destOrd="0" presId="urn:microsoft.com/office/officeart/2016/7/layout/LinearArrowProcessNumbered"/>
    <dgm:cxn modelId="{C75331EC-CE8E-8642-B694-514DF70FA515}" type="presParOf" srcId="{B554F224-2807-4C43-A8FA-26D47FE4B65D}" destId="{C9AA055E-DB83-234F-A35C-F08FFD2C2560}" srcOrd="7" destOrd="0" presId="urn:microsoft.com/office/officeart/2016/7/layout/LinearArrowProcessNumbered"/>
    <dgm:cxn modelId="{6F2E437A-6860-F34E-A9B0-C0B8565D9FA9}" type="presParOf" srcId="{B554F224-2807-4C43-A8FA-26D47FE4B65D}" destId="{E0E340DA-0F9F-D244-8486-8E30337CC535}" srcOrd="8" destOrd="0" presId="urn:microsoft.com/office/officeart/2016/7/layout/LinearArrowProcessNumbered"/>
    <dgm:cxn modelId="{25B1AC66-EB2B-2E47-887F-67E34CC78908}" type="presParOf" srcId="{E0E340DA-0F9F-D244-8486-8E30337CC535}" destId="{620F5392-4A92-8B49-A4EC-FAE3978AE1CE}" srcOrd="0" destOrd="0" presId="urn:microsoft.com/office/officeart/2016/7/layout/LinearArrowProcessNumbered"/>
    <dgm:cxn modelId="{A6D0F2A5-DE00-9642-B23C-4F5063CA743B}" type="presParOf" srcId="{E0E340DA-0F9F-D244-8486-8E30337CC535}" destId="{DBBB75A0-7E5E-CE42-BA6A-554B7879DA5D}" srcOrd="1" destOrd="0" presId="urn:microsoft.com/office/officeart/2016/7/layout/LinearArrowProcessNumbered"/>
    <dgm:cxn modelId="{E8558708-B128-2345-B731-03390870C70D}" type="presParOf" srcId="{DBBB75A0-7E5E-CE42-BA6A-554B7879DA5D}" destId="{91EBA310-C41D-A549-8F22-C7B3AD24F6BA}" srcOrd="0" destOrd="0" presId="urn:microsoft.com/office/officeart/2016/7/layout/LinearArrowProcessNumbered"/>
    <dgm:cxn modelId="{3B9E1B6A-D60F-E04A-ADC9-44FDA05DA64D}" type="presParOf" srcId="{DBBB75A0-7E5E-CE42-BA6A-554B7879DA5D}" destId="{F063FC03-BD53-BF4D-9FA6-011FE10B8547}" srcOrd="1" destOrd="0" presId="urn:microsoft.com/office/officeart/2016/7/layout/LinearArrowProcessNumbered"/>
    <dgm:cxn modelId="{43FE4761-1ABA-3A44-89CF-4547D96FDA2E}" type="presParOf" srcId="{DBBB75A0-7E5E-CE42-BA6A-554B7879DA5D}" destId="{28ECE575-9872-4E47-95CA-3C4CACDF0991}" srcOrd="2" destOrd="0" presId="urn:microsoft.com/office/officeart/2016/7/layout/LinearArrowProcessNumbered"/>
    <dgm:cxn modelId="{80A9D89D-AB48-A243-8E54-1BFCCA74DEB5}" type="presParOf" srcId="{DBBB75A0-7E5E-CE42-BA6A-554B7879DA5D}" destId="{ECAF058B-5491-684E-B162-81905C2372EF}" srcOrd="3" destOrd="0" presId="urn:microsoft.com/office/officeart/2016/7/layout/LinearArrowProcessNumbered"/>
    <dgm:cxn modelId="{792EEE98-2659-3448-A004-52E4796C2AB5}" type="presParOf" srcId="{E0E340DA-0F9F-D244-8486-8E30337CC535}" destId="{437B4355-7BA4-E44D-AD87-20F2F70331B6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CC337C-2FA7-4685-B9BF-27420AA45F7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C6074B-8428-4337-A121-40FEC7B6B81A}">
      <dgm:prSet/>
      <dgm:spPr/>
      <dgm:t>
        <a:bodyPr/>
        <a:lstStyle/>
        <a:p>
          <a:r>
            <a:rPr lang="en-US"/>
            <a:t>Patients – basic details, age, disease, and hospital.</a:t>
          </a:r>
        </a:p>
      </dgm:t>
    </dgm:pt>
    <dgm:pt modelId="{F0ACF9C8-A3F5-4B9B-98A4-EEB1339920EC}" type="parTrans" cxnId="{E42C85E1-D46B-4E2A-B4F1-506E21DB33EA}">
      <dgm:prSet/>
      <dgm:spPr/>
      <dgm:t>
        <a:bodyPr/>
        <a:lstStyle/>
        <a:p>
          <a:endParaRPr lang="en-US"/>
        </a:p>
      </dgm:t>
    </dgm:pt>
    <dgm:pt modelId="{4B700044-08C6-4536-A8BC-84B0DF12CB27}" type="sibTrans" cxnId="{E42C85E1-D46B-4E2A-B4F1-506E21DB33EA}">
      <dgm:prSet/>
      <dgm:spPr/>
      <dgm:t>
        <a:bodyPr/>
        <a:lstStyle/>
        <a:p>
          <a:endParaRPr lang="en-US"/>
        </a:p>
      </dgm:t>
    </dgm:pt>
    <dgm:pt modelId="{F9F57C79-DAFD-4506-B993-774BF9BDFA4A}">
      <dgm:prSet/>
      <dgm:spPr/>
      <dgm:t>
        <a:bodyPr/>
        <a:lstStyle/>
        <a:p>
          <a:r>
            <a:rPr lang="en-US"/>
            <a:t>Subscribers – people who hold insurance policies.</a:t>
          </a:r>
        </a:p>
      </dgm:t>
    </dgm:pt>
    <dgm:pt modelId="{357208B8-09A6-4C5B-BF38-51EF0201D443}" type="parTrans" cxnId="{8F48BFBC-D694-4FA3-A007-A79C9933AF92}">
      <dgm:prSet/>
      <dgm:spPr/>
      <dgm:t>
        <a:bodyPr/>
        <a:lstStyle/>
        <a:p>
          <a:endParaRPr lang="en-US"/>
        </a:p>
      </dgm:t>
    </dgm:pt>
    <dgm:pt modelId="{0EB989E3-85AC-4023-8030-5809E55FE7B1}" type="sibTrans" cxnId="{8F48BFBC-D694-4FA3-A007-A79C9933AF92}">
      <dgm:prSet/>
      <dgm:spPr/>
      <dgm:t>
        <a:bodyPr/>
        <a:lstStyle/>
        <a:p>
          <a:endParaRPr lang="en-US"/>
        </a:p>
      </dgm:t>
    </dgm:pt>
    <dgm:pt modelId="{4D1805CA-300A-46DE-B2CE-795D2E59CBD0}">
      <dgm:prSet/>
      <dgm:spPr/>
      <dgm:t>
        <a:bodyPr/>
        <a:lstStyle/>
        <a:p>
          <a:r>
            <a:rPr lang="en-US"/>
            <a:t>Claims – records of medical claims and amounts.</a:t>
          </a:r>
        </a:p>
      </dgm:t>
    </dgm:pt>
    <dgm:pt modelId="{17DD720D-F8FC-433C-AFA8-842D7E3A677C}" type="parTrans" cxnId="{D3557CDC-EA0C-44E7-9295-08249F07675C}">
      <dgm:prSet/>
      <dgm:spPr/>
      <dgm:t>
        <a:bodyPr/>
        <a:lstStyle/>
        <a:p>
          <a:endParaRPr lang="en-US"/>
        </a:p>
      </dgm:t>
    </dgm:pt>
    <dgm:pt modelId="{DF7B7BD3-C2FF-4BC7-B821-1D20E844A0FC}" type="sibTrans" cxnId="{D3557CDC-EA0C-44E7-9295-08249F07675C}">
      <dgm:prSet/>
      <dgm:spPr/>
      <dgm:t>
        <a:bodyPr/>
        <a:lstStyle/>
        <a:p>
          <a:endParaRPr lang="en-US"/>
        </a:p>
      </dgm:t>
    </dgm:pt>
    <dgm:pt modelId="{A9DC867A-A1B8-45DD-AB17-ACA9E586492D}">
      <dgm:prSet/>
      <dgm:spPr/>
      <dgm:t>
        <a:bodyPr/>
        <a:lstStyle/>
        <a:p>
          <a:r>
            <a:rPr lang="en-US"/>
            <a:t>Groups &amp; Subgroups – types of insurance products.</a:t>
          </a:r>
        </a:p>
      </dgm:t>
    </dgm:pt>
    <dgm:pt modelId="{72957C37-20B5-460C-A452-5D7FB5A0C3DE}" type="parTrans" cxnId="{A58217A0-64AB-4172-AB7F-12C1B55905EC}">
      <dgm:prSet/>
      <dgm:spPr/>
      <dgm:t>
        <a:bodyPr/>
        <a:lstStyle/>
        <a:p>
          <a:endParaRPr lang="en-US"/>
        </a:p>
      </dgm:t>
    </dgm:pt>
    <dgm:pt modelId="{5E4BEEF9-9F25-44B1-968E-5BF0378B0712}" type="sibTrans" cxnId="{A58217A0-64AB-4172-AB7F-12C1B55905EC}">
      <dgm:prSet/>
      <dgm:spPr/>
      <dgm:t>
        <a:bodyPr/>
        <a:lstStyle/>
        <a:p>
          <a:endParaRPr lang="en-US"/>
        </a:p>
      </dgm:t>
    </dgm:pt>
    <dgm:pt modelId="{E9DB51D8-4CDE-47F7-A787-B1F9A96C01DE}">
      <dgm:prSet/>
      <dgm:spPr/>
      <dgm:t>
        <a:bodyPr/>
        <a:lstStyle/>
        <a:p>
          <a:r>
            <a:rPr lang="en-US"/>
            <a:t>Hospitals – where patients are treated.</a:t>
          </a:r>
        </a:p>
      </dgm:t>
    </dgm:pt>
    <dgm:pt modelId="{98B930CE-7EE2-4280-88C2-B25D69134666}" type="parTrans" cxnId="{A550DB1E-F336-4B59-A4D8-3C323ECBC2A8}">
      <dgm:prSet/>
      <dgm:spPr/>
      <dgm:t>
        <a:bodyPr/>
        <a:lstStyle/>
        <a:p>
          <a:endParaRPr lang="en-US"/>
        </a:p>
      </dgm:t>
    </dgm:pt>
    <dgm:pt modelId="{2DD578CA-B73A-466F-965A-A4067FC49893}" type="sibTrans" cxnId="{A550DB1E-F336-4B59-A4D8-3C323ECBC2A8}">
      <dgm:prSet/>
      <dgm:spPr/>
      <dgm:t>
        <a:bodyPr/>
        <a:lstStyle/>
        <a:p>
          <a:endParaRPr lang="en-US"/>
        </a:p>
      </dgm:t>
    </dgm:pt>
    <dgm:pt modelId="{0DDD2628-D042-4E62-A44C-DC15C8410ED2}">
      <dgm:prSet/>
      <dgm:spPr/>
      <dgm:t>
        <a:bodyPr/>
        <a:lstStyle/>
        <a:p>
          <a:r>
            <a:rPr lang="en-US"/>
            <a:t>Group–Subgroup mapping – how products are structured.</a:t>
          </a:r>
        </a:p>
      </dgm:t>
    </dgm:pt>
    <dgm:pt modelId="{68D24042-B301-452A-BF32-76206FBA39C7}" type="parTrans" cxnId="{EA932B13-4352-4306-A869-5719036D415D}">
      <dgm:prSet/>
      <dgm:spPr/>
      <dgm:t>
        <a:bodyPr/>
        <a:lstStyle/>
        <a:p>
          <a:endParaRPr lang="en-US"/>
        </a:p>
      </dgm:t>
    </dgm:pt>
    <dgm:pt modelId="{7212D12A-1927-4153-82DA-E9AF1C31A6E1}" type="sibTrans" cxnId="{EA932B13-4352-4306-A869-5719036D415D}">
      <dgm:prSet/>
      <dgm:spPr/>
      <dgm:t>
        <a:bodyPr/>
        <a:lstStyle/>
        <a:p>
          <a:endParaRPr lang="en-US"/>
        </a:p>
      </dgm:t>
    </dgm:pt>
    <dgm:pt modelId="{985587EF-62EE-6241-B7EE-BE9953D15EDB}" type="pres">
      <dgm:prSet presAssocID="{9ECC337C-2FA7-4685-B9BF-27420AA45F73}" presName="diagram" presStyleCnt="0">
        <dgm:presLayoutVars>
          <dgm:dir/>
          <dgm:resizeHandles val="exact"/>
        </dgm:presLayoutVars>
      </dgm:prSet>
      <dgm:spPr/>
    </dgm:pt>
    <dgm:pt modelId="{383EF414-8441-DD4A-8EE2-A8BCC7F6E962}" type="pres">
      <dgm:prSet presAssocID="{ECC6074B-8428-4337-A121-40FEC7B6B81A}" presName="node" presStyleLbl="node1" presStyleIdx="0" presStyleCnt="6">
        <dgm:presLayoutVars>
          <dgm:bulletEnabled val="1"/>
        </dgm:presLayoutVars>
      </dgm:prSet>
      <dgm:spPr/>
    </dgm:pt>
    <dgm:pt modelId="{5085F176-1263-AB43-B900-5F2963057DEB}" type="pres">
      <dgm:prSet presAssocID="{4B700044-08C6-4536-A8BC-84B0DF12CB27}" presName="sibTrans" presStyleCnt="0"/>
      <dgm:spPr/>
    </dgm:pt>
    <dgm:pt modelId="{B132B8FB-6CDA-8A42-84DC-A81739987FEC}" type="pres">
      <dgm:prSet presAssocID="{F9F57C79-DAFD-4506-B993-774BF9BDFA4A}" presName="node" presStyleLbl="node1" presStyleIdx="1" presStyleCnt="6">
        <dgm:presLayoutVars>
          <dgm:bulletEnabled val="1"/>
        </dgm:presLayoutVars>
      </dgm:prSet>
      <dgm:spPr/>
    </dgm:pt>
    <dgm:pt modelId="{63602150-80C8-BA4F-BA7C-30B3A9AA9F77}" type="pres">
      <dgm:prSet presAssocID="{0EB989E3-85AC-4023-8030-5809E55FE7B1}" presName="sibTrans" presStyleCnt="0"/>
      <dgm:spPr/>
    </dgm:pt>
    <dgm:pt modelId="{973001C2-33C5-3548-BEBF-FD955B33F051}" type="pres">
      <dgm:prSet presAssocID="{4D1805CA-300A-46DE-B2CE-795D2E59CBD0}" presName="node" presStyleLbl="node1" presStyleIdx="2" presStyleCnt="6">
        <dgm:presLayoutVars>
          <dgm:bulletEnabled val="1"/>
        </dgm:presLayoutVars>
      </dgm:prSet>
      <dgm:spPr/>
    </dgm:pt>
    <dgm:pt modelId="{EA3CE9AD-FFF2-0240-B3C5-B7DCFB5651CC}" type="pres">
      <dgm:prSet presAssocID="{DF7B7BD3-C2FF-4BC7-B821-1D20E844A0FC}" presName="sibTrans" presStyleCnt="0"/>
      <dgm:spPr/>
    </dgm:pt>
    <dgm:pt modelId="{C08F03B4-E1DB-6547-A6F6-990AAEE17B60}" type="pres">
      <dgm:prSet presAssocID="{A9DC867A-A1B8-45DD-AB17-ACA9E586492D}" presName="node" presStyleLbl="node1" presStyleIdx="3" presStyleCnt="6">
        <dgm:presLayoutVars>
          <dgm:bulletEnabled val="1"/>
        </dgm:presLayoutVars>
      </dgm:prSet>
      <dgm:spPr/>
    </dgm:pt>
    <dgm:pt modelId="{D052554E-B479-C840-B79B-D573FAE089BD}" type="pres">
      <dgm:prSet presAssocID="{5E4BEEF9-9F25-44B1-968E-5BF0378B0712}" presName="sibTrans" presStyleCnt="0"/>
      <dgm:spPr/>
    </dgm:pt>
    <dgm:pt modelId="{80E4C767-33ED-8D40-B192-EB39B04ADAFF}" type="pres">
      <dgm:prSet presAssocID="{E9DB51D8-4CDE-47F7-A787-B1F9A96C01DE}" presName="node" presStyleLbl="node1" presStyleIdx="4" presStyleCnt="6">
        <dgm:presLayoutVars>
          <dgm:bulletEnabled val="1"/>
        </dgm:presLayoutVars>
      </dgm:prSet>
      <dgm:spPr/>
    </dgm:pt>
    <dgm:pt modelId="{139180B7-133C-CE43-9F26-30962056E92B}" type="pres">
      <dgm:prSet presAssocID="{2DD578CA-B73A-466F-965A-A4067FC49893}" presName="sibTrans" presStyleCnt="0"/>
      <dgm:spPr/>
    </dgm:pt>
    <dgm:pt modelId="{1490DDBE-7292-BE40-A979-615CB5D84F4D}" type="pres">
      <dgm:prSet presAssocID="{0DDD2628-D042-4E62-A44C-DC15C8410ED2}" presName="node" presStyleLbl="node1" presStyleIdx="5" presStyleCnt="6">
        <dgm:presLayoutVars>
          <dgm:bulletEnabled val="1"/>
        </dgm:presLayoutVars>
      </dgm:prSet>
      <dgm:spPr/>
    </dgm:pt>
  </dgm:ptLst>
  <dgm:cxnLst>
    <dgm:cxn modelId="{EA932B13-4352-4306-A869-5719036D415D}" srcId="{9ECC337C-2FA7-4685-B9BF-27420AA45F73}" destId="{0DDD2628-D042-4E62-A44C-DC15C8410ED2}" srcOrd="5" destOrd="0" parTransId="{68D24042-B301-452A-BF32-76206FBA39C7}" sibTransId="{7212D12A-1927-4153-82DA-E9AF1C31A6E1}"/>
    <dgm:cxn modelId="{6FCD2615-F0C4-3E49-A52E-088F61F164C3}" type="presOf" srcId="{0DDD2628-D042-4E62-A44C-DC15C8410ED2}" destId="{1490DDBE-7292-BE40-A979-615CB5D84F4D}" srcOrd="0" destOrd="0" presId="urn:microsoft.com/office/officeart/2005/8/layout/default"/>
    <dgm:cxn modelId="{A550DB1E-F336-4B59-A4D8-3C323ECBC2A8}" srcId="{9ECC337C-2FA7-4685-B9BF-27420AA45F73}" destId="{E9DB51D8-4CDE-47F7-A787-B1F9A96C01DE}" srcOrd="4" destOrd="0" parTransId="{98B930CE-7EE2-4280-88C2-B25D69134666}" sibTransId="{2DD578CA-B73A-466F-965A-A4067FC49893}"/>
    <dgm:cxn modelId="{158EF95C-37D9-AA41-B41A-B3DAA899AB10}" type="presOf" srcId="{A9DC867A-A1B8-45DD-AB17-ACA9E586492D}" destId="{C08F03B4-E1DB-6547-A6F6-990AAEE17B60}" srcOrd="0" destOrd="0" presId="urn:microsoft.com/office/officeart/2005/8/layout/default"/>
    <dgm:cxn modelId="{1947A66E-B418-4B4C-889E-E89C4768F2FA}" type="presOf" srcId="{9ECC337C-2FA7-4685-B9BF-27420AA45F73}" destId="{985587EF-62EE-6241-B7EE-BE9953D15EDB}" srcOrd="0" destOrd="0" presId="urn:microsoft.com/office/officeart/2005/8/layout/default"/>
    <dgm:cxn modelId="{A58217A0-64AB-4172-AB7F-12C1B55905EC}" srcId="{9ECC337C-2FA7-4685-B9BF-27420AA45F73}" destId="{A9DC867A-A1B8-45DD-AB17-ACA9E586492D}" srcOrd="3" destOrd="0" parTransId="{72957C37-20B5-460C-A452-5D7FB5A0C3DE}" sibTransId="{5E4BEEF9-9F25-44B1-968E-5BF0378B0712}"/>
    <dgm:cxn modelId="{A8DBB7B5-FC6E-2045-AB71-1E45FF49D87D}" type="presOf" srcId="{ECC6074B-8428-4337-A121-40FEC7B6B81A}" destId="{383EF414-8441-DD4A-8EE2-A8BCC7F6E962}" srcOrd="0" destOrd="0" presId="urn:microsoft.com/office/officeart/2005/8/layout/default"/>
    <dgm:cxn modelId="{8F48BFBC-D694-4FA3-A007-A79C9933AF92}" srcId="{9ECC337C-2FA7-4685-B9BF-27420AA45F73}" destId="{F9F57C79-DAFD-4506-B993-774BF9BDFA4A}" srcOrd="1" destOrd="0" parTransId="{357208B8-09A6-4C5B-BF38-51EF0201D443}" sibTransId="{0EB989E3-85AC-4023-8030-5809E55FE7B1}"/>
    <dgm:cxn modelId="{4B71A6CB-0605-3C49-906F-52BF67FCFFB1}" type="presOf" srcId="{E9DB51D8-4CDE-47F7-A787-B1F9A96C01DE}" destId="{80E4C767-33ED-8D40-B192-EB39B04ADAFF}" srcOrd="0" destOrd="0" presId="urn:microsoft.com/office/officeart/2005/8/layout/default"/>
    <dgm:cxn modelId="{D3557CDC-EA0C-44E7-9295-08249F07675C}" srcId="{9ECC337C-2FA7-4685-B9BF-27420AA45F73}" destId="{4D1805CA-300A-46DE-B2CE-795D2E59CBD0}" srcOrd="2" destOrd="0" parTransId="{17DD720D-F8FC-433C-AFA8-842D7E3A677C}" sibTransId="{DF7B7BD3-C2FF-4BC7-B821-1D20E844A0FC}"/>
    <dgm:cxn modelId="{E42C85E1-D46B-4E2A-B4F1-506E21DB33EA}" srcId="{9ECC337C-2FA7-4685-B9BF-27420AA45F73}" destId="{ECC6074B-8428-4337-A121-40FEC7B6B81A}" srcOrd="0" destOrd="0" parTransId="{F0ACF9C8-A3F5-4B9B-98A4-EEB1339920EC}" sibTransId="{4B700044-08C6-4536-A8BC-84B0DF12CB27}"/>
    <dgm:cxn modelId="{EE3164E7-9734-CF41-BBBA-BC471F43DDCC}" type="presOf" srcId="{4D1805CA-300A-46DE-B2CE-795D2E59CBD0}" destId="{973001C2-33C5-3548-BEBF-FD955B33F051}" srcOrd="0" destOrd="0" presId="urn:microsoft.com/office/officeart/2005/8/layout/default"/>
    <dgm:cxn modelId="{76ED8DF3-9F07-F046-B11C-2C244727CF49}" type="presOf" srcId="{F9F57C79-DAFD-4506-B993-774BF9BDFA4A}" destId="{B132B8FB-6CDA-8A42-84DC-A81739987FEC}" srcOrd="0" destOrd="0" presId="urn:microsoft.com/office/officeart/2005/8/layout/default"/>
    <dgm:cxn modelId="{195ABE9F-EEF1-F248-A21B-92932BF10CA6}" type="presParOf" srcId="{985587EF-62EE-6241-B7EE-BE9953D15EDB}" destId="{383EF414-8441-DD4A-8EE2-A8BCC7F6E962}" srcOrd="0" destOrd="0" presId="urn:microsoft.com/office/officeart/2005/8/layout/default"/>
    <dgm:cxn modelId="{CBCB413C-8EB8-8148-9851-8E7C790E8A66}" type="presParOf" srcId="{985587EF-62EE-6241-B7EE-BE9953D15EDB}" destId="{5085F176-1263-AB43-B900-5F2963057DEB}" srcOrd="1" destOrd="0" presId="urn:microsoft.com/office/officeart/2005/8/layout/default"/>
    <dgm:cxn modelId="{E7EBAD91-67AA-B249-84BB-6127A26F5CDC}" type="presParOf" srcId="{985587EF-62EE-6241-B7EE-BE9953D15EDB}" destId="{B132B8FB-6CDA-8A42-84DC-A81739987FEC}" srcOrd="2" destOrd="0" presId="urn:microsoft.com/office/officeart/2005/8/layout/default"/>
    <dgm:cxn modelId="{76687980-2E48-4A46-986E-EA8B8EC1724E}" type="presParOf" srcId="{985587EF-62EE-6241-B7EE-BE9953D15EDB}" destId="{63602150-80C8-BA4F-BA7C-30B3A9AA9F77}" srcOrd="3" destOrd="0" presId="urn:microsoft.com/office/officeart/2005/8/layout/default"/>
    <dgm:cxn modelId="{E81C18D3-92A4-3642-B2AA-F5DCFCB15086}" type="presParOf" srcId="{985587EF-62EE-6241-B7EE-BE9953D15EDB}" destId="{973001C2-33C5-3548-BEBF-FD955B33F051}" srcOrd="4" destOrd="0" presId="urn:microsoft.com/office/officeart/2005/8/layout/default"/>
    <dgm:cxn modelId="{19563F11-FF9C-D046-8D82-639504F6EFFA}" type="presParOf" srcId="{985587EF-62EE-6241-B7EE-BE9953D15EDB}" destId="{EA3CE9AD-FFF2-0240-B3C5-B7DCFB5651CC}" srcOrd="5" destOrd="0" presId="urn:microsoft.com/office/officeart/2005/8/layout/default"/>
    <dgm:cxn modelId="{06EFDD4F-77D9-A147-9204-434058B1BD39}" type="presParOf" srcId="{985587EF-62EE-6241-B7EE-BE9953D15EDB}" destId="{C08F03B4-E1DB-6547-A6F6-990AAEE17B60}" srcOrd="6" destOrd="0" presId="urn:microsoft.com/office/officeart/2005/8/layout/default"/>
    <dgm:cxn modelId="{C350C72F-5E34-CC41-A253-E3CCB6F9ABBA}" type="presParOf" srcId="{985587EF-62EE-6241-B7EE-BE9953D15EDB}" destId="{D052554E-B479-C840-B79B-D573FAE089BD}" srcOrd="7" destOrd="0" presId="urn:microsoft.com/office/officeart/2005/8/layout/default"/>
    <dgm:cxn modelId="{55C49A70-2C0A-994F-87B6-D93AAD10826D}" type="presParOf" srcId="{985587EF-62EE-6241-B7EE-BE9953D15EDB}" destId="{80E4C767-33ED-8D40-B192-EB39B04ADAFF}" srcOrd="8" destOrd="0" presId="urn:microsoft.com/office/officeart/2005/8/layout/default"/>
    <dgm:cxn modelId="{3305E406-FE94-9749-885D-BB5E9FD72214}" type="presParOf" srcId="{985587EF-62EE-6241-B7EE-BE9953D15EDB}" destId="{139180B7-133C-CE43-9F26-30962056E92B}" srcOrd="9" destOrd="0" presId="urn:microsoft.com/office/officeart/2005/8/layout/default"/>
    <dgm:cxn modelId="{A003652C-195F-D84A-A640-4FC364A2A48B}" type="presParOf" srcId="{985587EF-62EE-6241-B7EE-BE9953D15EDB}" destId="{1490DDBE-7292-BE40-A979-615CB5D84F4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9272BC-AB36-4CFF-A942-B34CAEDA106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B33C618-912F-43E6-AAAB-BECB95FB15BC}">
      <dgm:prSet/>
      <dgm:spPr/>
      <dgm:t>
        <a:bodyPr/>
        <a:lstStyle/>
        <a:p>
          <a:r>
            <a:rPr lang="en-US"/>
            <a:t>Used AWS Glue Crawler to scan folders in S3.</a:t>
          </a:r>
        </a:p>
      </dgm:t>
    </dgm:pt>
    <dgm:pt modelId="{0492F6A3-35DA-4449-9D9C-92808ECBC1CE}" type="parTrans" cxnId="{62F0CB9B-8D79-4862-B1AF-E2DE27B9A198}">
      <dgm:prSet/>
      <dgm:spPr/>
      <dgm:t>
        <a:bodyPr/>
        <a:lstStyle/>
        <a:p>
          <a:endParaRPr lang="en-US"/>
        </a:p>
      </dgm:t>
    </dgm:pt>
    <dgm:pt modelId="{D123BDFF-39A9-4D94-8396-CE94985A8211}" type="sibTrans" cxnId="{62F0CB9B-8D79-4862-B1AF-E2DE27B9A198}">
      <dgm:prSet/>
      <dgm:spPr/>
      <dgm:t>
        <a:bodyPr/>
        <a:lstStyle/>
        <a:p>
          <a:endParaRPr lang="en-US"/>
        </a:p>
      </dgm:t>
    </dgm:pt>
    <dgm:pt modelId="{ADF045D1-304D-4E0B-B334-E7DFA56E3177}">
      <dgm:prSet/>
      <dgm:spPr/>
      <dgm:t>
        <a:bodyPr/>
        <a:lstStyle/>
        <a:p>
          <a:r>
            <a:rPr lang="en-US"/>
            <a:t>Crawler automatically created table definitions (like an index of all data).</a:t>
          </a:r>
        </a:p>
      </dgm:t>
    </dgm:pt>
    <dgm:pt modelId="{C59E0FE5-3CA2-4B9E-8BAC-E01B28BA4FF6}" type="parTrans" cxnId="{7E63A265-3176-4C42-A922-0AC99558E48C}">
      <dgm:prSet/>
      <dgm:spPr/>
      <dgm:t>
        <a:bodyPr/>
        <a:lstStyle/>
        <a:p>
          <a:endParaRPr lang="en-US"/>
        </a:p>
      </dgm:t>
    </dgm:pt>
    <dgm:pt modelId="{2A3A4424-F87E-486E-9615-FA1CB51210CA}" type="sibTrans" cxnId="{7E63A265-3176-4C42-A922-0AC99558E48C}">
      <dgm:prSet/>
      <dgm:spPr/>
      <dgm:t>
        <a:bodyPr/>
        <a:lstStyle/>
        <a:p>
          <a:endParaRPr lang="en-US"/>
        </a:p>
      </dgm:t>
    </dgm:pt>
    <dgm:pt modelId="{3F12DE74-FD11-42DE-9F0E-4B4A84A18062}">
      <dgm:prSet/>
      <dgm:spPr/>
      <dgm:t>
        <a:bodyPr/>
        <a:lstStyle/>
        <a:p>
          <a:r>
            <a:rPr lang="en-US"/>
            <a:t>Verified that columns and data types looked correct.</a:t>
          </a:r>
        </a:p>
      </dgm:t>
    </dgm:pt>
    <dgm:pt modelId="{CA1ACF49-322A-4EBC-94A6-75578E86DE09}" type="parTrans" cxnId="{700C688B-4F5B-4288-9A1C-47B0301B690E}">
      <dgm:prSet/>
      <dgm:spPr/>
      <dgm:t>
        <a:bodyPr/>
        <a:lstStyle/>
        <a:p>
          <a:endParaRPr lang="en-US"/>
        </a:p>
      </dgm:t>
    </dgm:pt>
    <dgm:pt modelId="{91A88D53-E326-439A-9E74-2327211F42B2}" type="sibTrans" cxnId="{700C688B-4F5B-4288-9A1C-47B0301B690E}">
      <dgm:prSet/>
      <dgm:spPr/>
      <dgm:t>
        <a:bodyPr/>
        <a:lstStyle/>
        <a:p>
          <a:endParaRPr lang="en-US"/>
        </a:p>
      </dgm:t>
    </dgm:pt>
    <dgm:pt modelId="{C57D61F2-F68B-4AC0-8182-37A08E6C0083}">
      <dgm:prSet/>
      <dgm:spPr/>
      <dgm:t>
        <a:bodyPr/>
        <a:lstStyle/>
        <a:p>
          <a:r>
            <a:rPr lang="en-US"/>
            <a:t>This catalog is what Athena and QuickSight use to understand the data.</a:t>
          </a:r>
        </a:p>
      </dgm:t>
    </dgm:pt>
    <dgm:pt modelId="{1C50449A-C5CF-423E-A3D8-A6BCE2B1D546}" type="parTrans" cxnId="{F7D702B1-6CF8-4B2F-94D9-5140290C901C}">
      <dgm:prSet/>
      <dgm:spPr/>
      <dgm:t>
        <a:bodyPr/>
        <a:lstStyle/>
        <a:p>
          <a:endParaRPr lang="en-US"/>
        </a:p>
      </dgm:t>
    </dgm:pt>
    <dgm:pt modelId="{944F677B-B59D-4D25-AD97-F2F331CC9BF8}" type="sibTrans" cxnId="{F7D702B1-6CF8-4B2F-94D9-5140290C901C}">
      <dgm:prSet/>
      <dgm:spPr/>
      <dgm:t>
        <a:bodyPr/>
        <a:lstStyle/>
        <a:p>
          <a:endParaRPr lang="en-US"/>
        </a:p>
      </dgm:t>
    </dgm:pt>
    <dgm:pt modelId="{4A91F6AF-C51F-6442-A775-CCB09857505F}" type="pres">
      <dgm:prSet presAssocID="{519272BC-AB36-4CFF-A942-B34CAEDA1064}" presName="linear" presStyleCnt="0">
        <dgm:presLayoutVars>
          <dgm:animLvl val="lvl"/>
          <dgm:resizeHandles val="exact"/>
        </dgm:presLayoutVars>
      </dgm:prSet>
      <dgm:spPr/>
    </dgm:pt>
    <dgm:pt modelId="{C67A8448-7B33-D944-86A9-45A873CF0715}" type="pres">
      <dgm:prSet presAssocID="{7B33C618-912F-43E6-AAAB-BECB95FB15B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18BA107-AB45-1448-A2E3-ACE4D5327D8A}" type="pres">
      <dgm:prSet presAssocID="{D123BDFF-39A9-4D94-8396-CE94985A8211}" presName="spacer" presStyleCnt="0"/>
      <dgm:spPr/>
    </dgm:pt>
    <dgm:pt modelId="{CA69EF54-F0F9-8142-90DF-861EC30DE0D9}" type="pres">
      <dgm:prSet presAssocID="{ADF045D1-304D-4E0B-B334-E7DFA56E317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5AD96BA-1043-FC41-9AC7-B62B8CB887DC}" type="pres">
      <dgm:prSet presAssocID="{2A3A4424-F87E-486E-9615-FA1CB51210CA}" presName="spacer" presStyleCnt="0"/>
      <dgm:spPr/>
    </dgm:pt>
    <dgm:pt modelId="{E656B1BA-2ECC-2046-94DF-CD41D14AF8B6}" type="pres">
      <dgm:prSet presAssocID="{3F12DE74-FD11-42DE-9F0E-4B4A84A1806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96F175D-182E-EC45-9EA4-083D24E30590}" type="pres">
      <dgm:prSet presAssocID="{91A88D53-E326-439A-9E74-2327211F42B2}" presName="spacer" presStyleCnt="0"/>
      <dgm:spPr/>
    </dgm:pt>
    <dgm:pt modelId="{064AA45B-B308-2144-BAEC-50EFDDB0C266}" type="pres">
      <dgm:prSet presAssocID="{C57D61F2-F68B-4AC0-8182-37A08E6C00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DD7A107-FC67-FD4D-89D3-243A31319ED6}" type="presOf" srcId="{C57D61F2-F68B-4AC0-8182-37A08E6C0083}" destId="{064AA45B-B308-2144-BAEC-50EFDDB0C266}" srcOrd="0" destOrd="0" presId="urn:microsoft.com/office/officeart/2005/8/layout/vList2"/>
    <dgm:cxn modelId="{7E63A265-3176-4C42-A922-0AC99558E48C}" srcId="{519272BC-AB36-4CFF-A942-B34CAEDA1064}" destId="{ADF045D1-304D-4E0B-B334-E7DFA56E3177}" srcOrd="1" destOrd="0" parTransId="{C59E0FE5-3CA2-4B9E-8BAC-E01B28BA4FF6}" sibTransId="{2A3A4424-F87E-486E-9615-FA1CB51210CA}"/>
    <dgm:cxn modelId="{A5420669-5C38-F54D-AF1A-5677B77CE48B}" type="presOf" srcId="{3F12DE74-FD11-42DE-9F0E-4B4A84A18062}" destId="{E656B1BA-2ECC-2046-94DF-CD41D14AF8B6}" srcOrd="0" destOrd="0" presId="urn:microsoft.com/office/officeart/2005/8/layout/vList2"/>
    <dgm:cxn modelId="{114C4878-AC0B-F940-BAF4-896FB072AC58}" type="presOf" srcId="{519272BC-AB36-4CFF-A942-B34CAEDA1064}" destId="{4A91F6AF-C51F-6442-A775-CCB09857505F}" srcOrd="0" destOrd="0" presId="urn:microsoft.com/office/officeart/2005/8/layout/vList2"/>
    <dgm:cxn modelId="{700C688B-4F5B-4288-9A1C-47B0301B690E}" srcId="{519272BC-AB36-4CFF-A942-B34CAEDA1064}" destId="{3F12DE74-FD11-42DE-9F0E-4B4A84A18062}" srcOrd="2" destOrd="0" parTransId="{CA1ACF49-322A-4EBC-94A6-75578E86DE09}" sibTransId="{91A88D53-E326-439A-9E74-2327211F42B2}"/>
    <dgm:cxn modelId="{62F0CB9B-8D79-4862-B1AF-E2DE27B9A198}" srcId="{519272BC-AB36-4CFF-A942-B34CAEDA1064}" destId="{7B33C618-912F-43E6-AAAB-BECB95FB15BC}" srcOrd="0" destOrd="0" parTransId="{0492F6A3-35DA-4449-9D9C-92808ECBC1CE}" sibTransId="{D123BDFF-39A9-4D94-8396-CE94985A8211}"/>
    <dgm:cxn modelId="{F7D702B1-6CF8-4B2F-94D9-5140290C901C}" srcId="{519272BC-AB36-4CFF-A942-B34CAEDA1064}" destId="{C57D61F2-F68B-4AC0-8182-37A08E6C0083}" srcOrd="3" destOrd="0" parTransId="{1C50449A-C5CF-423E-A3D8-A6BCE2B1D546}" sibTransId="{944F677B-B59D-4D25-AD97-F2F331CC9BF8}"/>
    <dgm:cxn modelId="{9F1FE0C6-E366-3247-992B-CA2912A980B2}" type="presOf" srcId="{ADF045D1-304D-4E0B-B334-E7DFA56E3177}" destId="{CA69EF54-F0F9-8142-90DF-861EC30DE0D9}" srcOrd="0" destOrd="0" presId="urn:microsoft.com/office/officeart/2005/8/layout/vList2"/>
    <dgm:cxn modelId="{79BDE6ED-CACD-0347-B3EF-1CCCB0B107CA}" type="presOf" srcId="{7B33C618-912F-43E6-AAAB-BECB95FB15BC}" destId="{C67A8448-7B33-D944-86A9-45A873CF0715}" srcOrd="0" destOrd="0" presId="urn:microsoft.com/office/officeart/2005/8/layout/vList2"/>
    <dgm:cxn modelId="{C991F295-BEFB-3A49-9CD8-3C804A911E21}" type="presParOf" srcId="{4A91F6AF-C51F-6442-A775-CCB09857505F}" destId="{C67A8448-7B33-D944-86A9-45A873CF0715}" srcOrd="0" destOrd="0" presId="urn:microsoft.com/office/officeart/2005/8/layout/vList2"/>
    <dgm:cxn modelId="{A45A188E-A233-3245-AA08-48E357418491}" type="presParOf" srcId="{4A91F6AF-C51F-6442-A775-CCB09857505F}" destId="{018BA107-AB45-1448-A2E3-ACE4D5327D8A}" srcOrd="1" destOrd="0" presId="urn:microsoft.com/office/officeart/2005/8/layout/vList2"/>
    <dgm:cxn modelId="{1F45DEAA-0FFC-1E4B-ABEE-D129D5D1826C}" type="presParOf" srcId="{4A91F6AF-C51F-6442-A775-CCB09857505F}" destId="{CA69EF54-F0F9-8142-90DF-861EC30DE0D9}" srcOrd="2" destOrd="0" presId="urn:microsoft.com/office/officeart/2005/8/layout/vList2"/>
    <dgm:cxn modelId="{A11D91BA-DD2D-C54C-82D9-C0D5AD345D67}" type="presParOf" srcId="{4A91F6AF-C51F-6442-A775-CCB09857505F}" destId="{45AD96BA-1043-FC41-9AC7-B62B8CB887DC}" srcOrd="3" destOrd="0" presId="urn:microsoft.com/office/officeart/2005/8/layout/vList2"/>
    <dgm:cxn modelId="{EE2930B6-3379-6A4F-9070-9D05222738CE}" type="presParOf" srcId="{4A91F6AF-C51F-6442-A775-CCB09857505F}" destId="{E656B1BA-2ECC-2046-94DF-CD41D14AF8B6}" srcOrd="4" destOrd="0" presId="urn:microsoft.com/office/officeart/2005/8/layout/vList2"/>
    <dgm:cxn modelId="{2F2E0F43-4225-9E41-BEA2-A85D157982B0}" type="presParOf" srcId="{4A91F6AF-C51F-6442-A775-CCB09857505F}" destId="{396F175D-182E-EC45-9EA4-083D24E30590}" srcOrd="5" destOrd="0" presId="urn:microsoft.com/office/officeart/2005/8/layout/vList2"/>
    <dgm:cxn modelId="{3B454937-288B-BC4D-B393-6437F5E29F19}" type="presParOf" srcId="{4A91F6AF-C51F-6442-A775-CCB09857505F}" destId="{064AA45B-B308-2144-BAEC-50EFDDB0C26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D041DE6-78D5-43B7-A88C-B29292030F2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C3D7A97-5071-4269-975C-5DA320983B4D}">
      <dgm:prSet/>
      <dgm:spPr/>
      <dgm:t>
        <a:bodyPr/>
        <a:lstStyle/>
        <a:p>
          <a:r>
            <a:rPr lang="en-US"/>
            <a:t>Removed duplicate records so each person or claim appears only once.</a:t>
          </a:r>
        </a:p>
      </dgm:t>
    </dgm:pt>
    <dgm:pt modelId="{AAA42551-010D-4FD7-970C-420BB2C09B22}" type="parTrans" cxnId="{1DEE5E8F-15D1-46D2-9D7E-23E413351ADA}">
      <dgm:prSet/>
      <dgm:spPr/>
      <dgm:t>
        <a:bodyPr/>
        <a:lstStyle/>
        <a:p>
          <a:endParaRPr lang="en-US"/>
        </a:p>
      </dgm:t>
    </dgm:pt>
    <dgm:pt modelId="{663E9126-ED2A-4422-A631-F89565DD6106}" type="sibTrans" cxnId="{1DEE5E8F-15D1-46D2-9D7E-23E413351ADA}">
      <dgm:prSet/>
      <dgm:spPr/>
      <dgm:t>
        <a:bodyPr/>
        <a:lstStyle/>
        <a:p>
          <a:endParaRPr lang="en-US"/>
        </a:p>
      </dgm:t>
    </dgm:pt>
    <dgm:pt modelId="{FBB12D47-ED05-41C5-9275-69F72F20369E}">
      <dgm:prSet/>
      <dgm:spPr/>
      <dgm:t>
        <a:bodyPr/>
        <a:lstStyle/>
        <a:p>
          <a:r>
            <a:rPr lang="en-US"/>
            <a:t>Filled in missing values where possible to avoid gaps.</a:t>
          </a:r>
        </a:p>
      </dgm:t>
    </dgm:pt>
    <dgm:pt modelId="{06D9F701-FBA1-42B5-84B3-BBCD90D4FFC8}" type="parTrans" cxnId="{FB7DB626-3EDA-4893-A2C1-B747AF88491B}">
      <dgm:prSet/>
      <dgm:spPr/>
      <dgm:t>
        <a:bodyPr/>
        <a:lstStyle/>
        <a:p>
          <a:endParaRPr lang="en-US"/>
        </a:p>
      </dgm:t>
    </dgm:pt>
    <dgm:pt modelId="{1104269A-99B5-42F1-9F27-2603698467F0}" type="sibTrans" cxnId="{FB7DB626-3EDA-4893-A2C1-B747AF88491B}">
      <dgm:prSet/>
      <dgm:spPr/>
      <dgm:t>
        <a:bodyPr/>
        <a:lstStyle/>
        <a:p>
          <a:endParaRPr lang="en-US"/>
        </a:p>
      </dgm:t>
    </dgm:pt>
    <dgm:pt modelId="{AF5D579C-EA8C-4F51-82C7-213319D4846E}">
      <dgm:prSet/>
      <dgm:spPr/>
      <dgm:t>
        <a:bodyPr/>
        <a:lstStyle/>
        <a:p>
          <a:r>
            <a:rPr lang="en-US"/>
            <a:t>Fixed data type issues (for example, date of birth stored as a number).</a:t>
          </a:r>
        </a:p>
      </dgm:t>
    </dgm:pt>
    <dgm:pt modelId="{7E8485A6-B9EC-4C60-8560-3A5CFF1108D3}" type="parTrans" cxnId="{D15B6ACD-2EE3-41F8-BD86-1900A659C14F}">
      <dgm:prSet/>
      <dgm:spPr/>
      <dgm:t>
        <a:bodyPr/>
        <a:lstStyle/>
        <a:p>
          <a:endParaRPr lang="en-US"/>
        </a:p>
      </dgm:t>
    </dgm:pt>
    <dgm:pt modelId="{97D6DEC6-12B1-4E95-86C5-7BBC21032ED5}" type="sibTrans" cxnId="{D15B6ACD-2EE3-41F8-BD86-1900A659C14F}">
      <dgm:prSet/>
      <dgm:spPr/>
      <dgm:t>
        <a:bodyPr/>
        <a:lstStyle/>
        <a:p>
          <a:endParaRPr lang="en-US"/>
        </a:p>
      </dgm:t>
    </dgm:pt>
    <dgm:pt modelId="{254B99AF-1986-45EF-AEA8-2B0078B819FC}">
      <dgm:prSet/>
      <dgm:spPr/>
      <dgm:t>
        <a:bodyPr/>
        <a:lstStyle/>
        <a:p>
          <a:r>
            <a:rPr lang="en-US"/>
            <a:t>Saved cleaned versions of each dataset for analysis.</a:t>
          </a:r>
        </a:p>
      </dgm:t>
    </dgm:pt>
    <dgm:pt modelId="{7C6499CC-2128-4957-8212-2C2DAF546394}" type="parTrans" cxnId="{C5BD42BB-8F09-4AEC-BF98-06E39BCB038E}">
      <dgm:prSet/>
      <dgm:spPr/>
      <dgm:t>
        <a:bodyPr/>
        <a:lstStyle/>
        <a:p>
          <a:endParaRPr lang="en-US"/>
        </a:p>
      </dgm:t>
    </dgm:pt>
    <dgm:pt modelId="{5D3B2662-7A4C-4CDE-AAEF-D7CC71DE2B8F}" type="sibTrans" cxnId="{C5BD42BB-8F09-4AEC-BF98-06E39BCB038E}">
      <dgm:prSet/>
      <dgm:spPr/>
      <dgm:t>
        <a:bodyPr/>
        <a:lstStyle/>
        <a:p>
          <a:endParaRPr lang="en-US"/>
        </a:p>
      </dgm:t>
    </dgm:pt>
    <dgm:pt modelId="{684132D8-8584-1B4C-802A-99B0B437B535}" type="pres">
      <dgm:prSet presAssocID="{DD041DE6-78D5-43B7-A88C-B29292030F22}" presName="diagram" presStyleCnt="0">
        <dgm:presLayoutVars>
          <dgm:dir/>
          <dgm:resizeHandles val="exact"/>
        </dgm:presLayoutVars>
      </dgm:prSet>
      <dgm:spPr/>
    </dgm:pt>
    <dgm:pt modelId="{FA8DE8E2-C3E9-EC4B-9219-7EF72DBFF2A2}" type="pres">
      <dgm:prSet presAssocID="{BC3D7A97-5071-4269-975C-5DA320983B4D}" presName="node" presStyleLbl="node1" presStyleIdx="0" presStyleCnt="4">
        <dgm:presLayoutVars>
          <dgm:bulletEnabled val="1"/>
        </dgm:presLayoutVars>
      </dgm:prSet>
      <dgm:spPr/>
    </dgm:pt>
    <dgm:pt modelId="{E5EDC8BE-E0FE-2B4C-AD88-15461901C7B7}" type="pres">
      <dgm:prSet presAssocID="{663E9126-ED2A-4422-A631-F89565DD6106}" presName="sibTrans" presStyleCnt="0"/>
      <dgm:spPr/>
    </dgm:pt>
    <dgm:pt modelId="{5205D0D1-65BA-2C47-995D-ABC157234930}" type="pres">
      <dgm:prSet presAssocID="{FBB12D47-ED05-41C5-9275-69F72F20369E}" presName="node" presStyleLbl="node1" presStyleIdx="1" presStyleCnt="4">
        <dgm:presLayoutVars>
          <dgm:bulletEnabled val="1"/>
        </dgm:presLayoutVars>
      </dgm:prSet>
      <dgm:spPr/>
    </dgm:pt>
    <dgm:pt modelId="{8054954F-F1F0-404D-89E3-6A799198F51B}" type="pres">
      <dgm:prSet presAssocID="{1104269A-99B5-42F1-9F27-2603698467F0}" presName="sibTrans" presStyleCnt="0"/>
      <dgm:spPr/>
    </dgm:pt>
    <dgm:pt modelId="{F8E84477-762C-8646-B6E6-0240F78A4DC0}" type="pres">
      <dgm:prSet presAssocID="{AF5D579C-EA8C-4F51-82C7-213319D4846E}" presName="node" presStyleLbl="node1" presStyleIdx="2" presStyleCnt="4">
        <dgm:presLayoutVars>
          <dgm:bulletEnabled val="1"/>
        </dgm:presLayoutVars>
      </dgm:prSet>
      <dgm:spPr/>
    </dgm:pt>
    <dgm:pt modelId="{374EBC98-0567-2B41-A951-5D418FE635AA}" type="pres">
      <dgm:prSet presAssocID="{97D6DEC6-12B1-4E95-86C5-7BBC21032ED5}" presName="sibTrans" presStyleCnt="0"/>
      <dgm:spPr/>
    </dgm:pt>
    <dgm:pt modelId="{25EFDF04-7E46-1E49-A5DD-CDB87D9882C2}" type="pres">
      <dgm:prSet presAssocID="{254B99AF-1986-45EF-AEA8-2B0078B819FC}" presName="node" presStyleLbl="node1" presStyleIdx="3" presStyleCnt="4">
        <dgm:presLayoutVars>
          <dgm:bulletEnabled val="1"/>
        </dgm:presLayoutVars>
      </dgm:prSet>
      <dgm:spPr/>
    </dgm:pt>
  </dgm:ptLst>
  <dgm:cxnLst>
    <dgm:cxn modelId="{FB7DB626-3EDA-4893-A2C1-B747AF88491B}" srcId="{DD041DE6-78D5-43B7-A88C-B29292030F22}" destId="{FBB12D47-ED05-41C5-9275-69F72F20369E}" srcOrd="1" destOrd="0" parTransId="{06D9F701-FBA1-42B5-84B3-BBCD90D4FFC8}" sibTransId="{1104269A-99B5-42F1-9F27-2603698467F0}"/>
    <dgm:cxn modelId="{F278FB4D-805D-5F40-B54B-2F8387E369C5}" type="presOf" srcId="{BC3D7A97-5071-4269-975C-5DA320983B4D}" destId="{FA8DE8E2-C3E9-EC4B-9219-7EF72DBFF2A2}" srcOrd="0" destOrd="0" presId="urn:microsoft.com/office/officeart/2005/8/layout/default"/>
    <dgm:cxn modelId="{E5B16B7E-22FB-8444-8587-A8AAC9165CD4}" type="presOf" srcId="{DD041DE6-78D5-43B7-A88C-B29292030F22}" destId="{684132D8-8584-1B4C-802A-99B0B437B535}" srcOrd="0" destOrd="0" presId="urn:microsoft.com/office/officeart/2005/8/layout/default"/>
    <dgm:cxn modelId="{10FB2A8F-C381-B846-B7C7-657D0C08DF67}" type="presOf" srcId="{FBB12D47-ED05-41C5-9275-69F72F20369E}" destId="{5205D0D1-65BA-2C47-995D-ABC157234930}" srcOrd="0" destOrd="0" presId="urn:microsoft.com/office/officeart/2005/8/layout/default"/>
    <dgm:cxn modelId="{1DEE5E8F-15D1-46D2-9D7E-23E413351ADA}" srcId="{DD041DE6-78D5-43B7-A88C-B29292030F22}" destId="{BC3D7A97-5071-4269-975C-5DA320983B4D}" srcOrd="0" destOrd="0" parTransId="{AAA42551-010D-4FD7-970C-420BB2C09B22}" sibTransId="{663E9126-ED2A-4422-A631-F89565DD6106}"/>
    <dgm:cxn modelId="{C5BD42BB-8F09-4AEC-BF98-06E39BCB038E}" srcId="{DD041DE6-78D5-43B7-A88C-B29292030F22}" destId="{254B99AF-1986-45EF-AEA8-2B0078B819FC}" srcOrd="3" destOrd="0" parTransId="{7C6499CC-2128-4957-8212-2C2DAF546394}" sibTransId="{5D3B2662-7A4C-4CDE-AAEF-D7CC71DE2B8F}"/>
    <dgm:cxn modelId="{D15B6ACD-2EE3-41F8-BD86-1900A659C14F}" srcId="{DD041DE6-78D5-43B7-A88C-B29292030F22}" destId="{AF5D579C-EA8C-4F51-82C7-213319D4846E}" srcOrd="2" destOrd="0" parTransId="{7E8485A6-B9EC-4C60-8560-3A5CFF1108D3}" sibTransId="{97D6DEC6-12B1-4E95-86C5-7BBC21032ED5}"/>
    <dgm:cxn modelId="{9CDB93F8-3453-0C4A-83CA-0794A28D1A71}" type="presOf" srcId="{AF5D579C-EA8C-4F51-82C7-213319D4846E}" destId="{F8E84477-762C-8646-B6E6-0240F78A4DC0}" srcOrd="0" destOrd="0" presId="urn:microsoft.com/office/officeart/2005/8/layout/default"/>
    <dgm:cxn modelId="{F2CF4CFC-4EF2-E24E-A5C2-6AD659047FD4}" type="presOf" srcId="{254B99AF-1986-45EF-AEA8-2B0078B819FC}" destId="{25EFDF04-7E46-1E49-A5DD-CDB87D9882C2}" srcOrd="0" destOrd="0" presId="urn:microsoft.com/office/officeart/2005/8/layout/default"/>
    <dgm:cxn modelId="{39FFAE21-83C7-4641-92D1-4A14B5E61F19}" type="presParOf" srcId="{684132D8-8584-1B4C-802A-99B0B437B535}" destId="{FA8DE8E2-C3E9-EC4B-9219-7EF72DBFF2A2}" srcOrd="0" destOrd="0" presId="urn:microsoft.com/office/officeart/2005/8/layout/default"/>
    <dgm:cxn modelId="{5B66ABED-9E92-1B41-BC2F-E57A1F9BE6F9}" type="presParOf" srcId="{684132D8-8584-1B4C-802A-99B0B437B535}" destId="{E5EDC8BE-E0FE-2B4C-AD88-15461901C7B7}" srcOrd="1" destOrd="0" presId="urn:microsoft.com/office/officeart/2005/8/layout/default"/>
    <dgm:cxn modelId="{5FC60C9C-CAC4-1142-86D5-4AD3D3BC5393}" type="presParOf" srcId="{684132D8-8584-1B4C-802A-99B0B437B535}" destId="{5205D0D1-65BA-2C47-995D-ABC157234930}" srcOrd="2" destOrd="0" presId="urn:microsoft.com/office/officeart/2005/8/layout/default"/>
    <dgm:cxn modelId="{05D96B67-8DCF-6B48-A26A-F9835AD191E4}" type="presParOf" srcId="{684132D8-8584-1B4C-802A-99B0B437B535}" destId="{8054954F-F1F0-404D-89E3-6A799198F51B}" srcOrd="3" destOrd="0" presId="urn:microsoft.com/office/officeart/2005/8/layout/default"/>
    <dgm:cxn modelId="{81B70FF9-CCC2-7E4B-9E0A-9D7ECA708134}" type="presParOf" srcId="{684132D8-8584-1B4C-802A-99B0B437B535}" destId="{F8E84477-762C-8646-B6E6-0240F78A4DC0}" srcOrd="4" destOrd="0" presId="urn:microsoft.com/office/officeart/2005/8/layout/default"/>
    <dgm:cxn modelId="{1223D927-E1A8-AC47-935F-BE2EC0E807FA}" type="presParOf" srcId="{684132D8-8584-1B4C-802A-99B0B437B535}" destId="{374EBC98-0567-2B41-A951-5D418FE635AA}" srcOrd="5" destOrd="0" presId="urn:microsoft.com/office/officeart/2005/8/layout/default"/>
    <dgm:cxn modelId="{4B7B98B1-C40F-A742-822F-0E6FAFA323F1}" type="presParOf" srcId="{684132D8-8584-1B4C-802A-99B0B437B535}" destId="{25EFDF04-7E46-1E49-A5DD-CDB87D9882C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F88D378-86D5-4257-91E3-679ECF8D1F5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C2D145F-31EC-4702-AB7A-10E8543825AF}">
      <dgm:prSet/>
      <dgm:spPr/>
      <dgm:t>
        <a:bodyPr/>
        <a:lstStyle/>
        <a:p>
          <a:r>
            <a:rPr lang="en-US"/>
            <a:t>Used Amazon Athena to ask business questions in simple, flexible queries.</a:t>
          </a:r>
        </a:p>
      </dgm:t>
    </dgm:pt>
    <dgm:pt modelId="{D52AB445-3283-4EC8-B55B-85FC3FD4CD06}" type="parTrans" cxnId="{CB228FFF-450F-47DF-8455-AFBF83F26D48}">
      <dgm:prSet/>
      <dgm:spPr/>
      <dgm:t>
        <a:bodyPr/>
        <a:lstStyle/>
        <a:p>
          <a:endParaRPr lang="en-US"/>
        </a:p>
      </dgm:t>
    </dgm:pt>
    <dgm:pt modelId="{927E8C5E-5A80-4B58-BDBD-08FA17D67A07}" type="sibTrans" cxnId="{CB228FFF-450F-47DF-8455-AFBF83F26D48}">
      <dgm:prSet/>
      <dgm:spPr/>
      <dgm:t>
        <a:bodyPr/>
        <a:lstStyle/>
        <a:p>
          <a:endParaRPr lang="en-US"/>
        </a:p>
      </dgm:t>
    </dgm:pt>
    <dgm:pt modelId="{6A2EF706-7CF8-41C2-9C8B-FBCC27E3DA5E}">
      <dgm:prSet/>
      <dgm:spPr/>
      <dgm:t>
        <a:bodyPr/>
        <a:lstStyle/>
        <a:p>
          <a:r>
            <a:rPr lang="en-US"/>
            <a:t>Combined patient, claim, product and hospital information.</a:t>
          </a:r>
        </a:p>
      </dgm:t>
    </dgm:pt>
    <dgm:pt modelId="{E70565DC-657C-433D-88C8-9FA357E3A205}" type="parTrans" cxnId="{68C57BD1-2C7E-4768-98AA-67D544630407}">
      <dgm:prSet/>
      <dgm:spPr/>
      <dgm:t>
        <a:bodyPr/>
        <a:lstStyle/>
        <a:p>
          <a:endParaRPr lang="en-US"/>
        </a:p>
      </dgm:t>
    </dgm:pt>
    <dgm:pt modelId="{F7A4ECBC-CF9D-459C-9D1B-3A2A16CDC2C0}" type="sibTrans" cxnId="{68C57BD1-2C7E-4768-98AA-67D544630407}">
      <dgm:prSet/>
      <dgm:spPr/>
      <dgm:t>
        <a:bodyPr/>
        <a:lstStyle/>
        <a:p>
          <a:endParaRPr lang="en-US"/>
        </a:p>
      </dgm:t>
    </dgm:pt>
    <dgm:pt modelId="{3BE1DCE3-C11A-40A0-ABCE-CCE76B6CF225}">
      <dgm:prSet/>
      <dgm:spPr/>
      <dgm:t>
        <a:bodyPr/>
        <a:lstStyle/>
        <a:p>
          <a:r>
            <a:rPr lang="en-US"/>
            <a:t>Calculated counts, averages and totals for key metrics.</a:t>
          </a:r>
        </a:p>
      </dgm:t>
    </dgm:pt>
    <dgm:pt modelId="{8547B6B2-3F57-4AAB-B841-21FA5DEA8B9C}" type="parTrans" cxnId="{D00DA6C9-2652-4AEF-A66C-04965BDD2381}">
      <dgm:prSet/>
      <dgm:spPr/>
      <dgm:t>
        <a:bodyPr/>
        <a:lstStyle/>
        <a:p>
          <a:endParaRPr lang="en-US"/>
        </a:p>
      </dgm:t>
    </dgm:pt>
    <dgm:pt modelId="{F1270279-6EE7-48D8-AB0D-AC185979A3B8}" type="sibTrans" cxnId="{D00DA6C9-2652-4AEF-A66C-04965BDD2381}">
      <dgm:prSet/>
      <dgm:spPr/>
      <dgm:t>
        <a:bodyPr/>
        <a:lstStyle/>
        <a:p>
          <a:endParaRPr lang="en-US"/>
        </a:p>
      </dgm:t>
    </dgm:pt>
    <dgm:pt modelId="{974DAAA0-3C97-40E5-AF39-109FFB3FE4AA}">
      <dgm:prSet/>
      <dgm:spPr/>
      <dgm:t>
        <a:bodyPr/>
        <a:lstStyle/>
        <a:p>
          <a:r>
            <a:rPr lang="en-US"/>
            <a:t>Focused on questions that would help managers make decisions.</a:t>
          </a:r>
        </a:p>
      </dgm:t>
    </dgm:pt>
    <dgm:pt modelId="{8B714188-3203-4113-83CD-0489849EA276}" type="parTrans" cxnId="{0048F76A-4E58-4688-94E7-91D94D6C55D7}">
      <dgm:prSet/>
      <dgm:spPr/>
      <dgm:t>
        <a:bodyPr/>
        <a:lstStyle/>
        <a:p>
          <a:endParaRPr lang="en-US"/>
        </a:p>
      </dgm:t>
    </dgm:pt>
    <dgm:pt modelId="{452E2AD0-3200-405A-AF0E-09DF9183A8D0}" type="sibTrans" cxnId="{0048F76A-4E58-4688-94E7-91D94D6C55D7}">
      <dgm:prSet/>
      <dgm:spPr/>
      <dgm:t>
        <a:bodyPr/>
        <a:lstStyle/>
        <a:p>
          <a:endParaRPr lang="en-US"/>
        </a:p>
      </dgm:t>
    </dgm:pt>
    <dgm:pt modelId="{2FC50F8E-B4E1-504B-BBB5-207761C3E501}" type="pres">
      <dgm:prSet presAssocID="{DF88D378-86D5-4257-91E3-679ECF8D1F5B}" presName="linear" presStyleCnt="0">
        <dgm:presLayoutVars>
          <dgm:animLvl val="lvl"/>
          <dgm:resizeHandles val="exact"/>
        </dgm:presLayoutVars>
      </dgm:prSet>
      <dgm:spPr/>
    </dgm:pt>
    <dgm:pt modelId="{7DD1C04A-985D-C646-A0BE-5EFBABF760BC}" type="pres">
      <dgm:prSet presAssocID="{3C2D145F-31EC-4702-AB7A-10E8543825A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786522-291B-EC4B-9DC3-C72323A2DAF9}" type="pres">
      <dgm:prSet presAssocID="{927E8C5E-5A80-4B58-BDBD-08FA17D67A07}" presName="spacer" presStyleCnt="0"/>
      <dgm:spPr/>
    </dgm:pt>
    <dgm:pt modelId="{A46F9118-C17F-804F-92BA-0353077D5B4A}" type="pres">
      <dgm:prSet presAssocID="{6A2EF706-7CF8-41C2-9C8B-FBCC27E3DA5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02061D9-374D-724B-A5B5-C244ED353125}" type="pres">
      <dgm:prSet presAssocID="{F7A4ECBC-CF9D-459C-9D1B-3A2A16CDC2C0}" presName="spacer" presStyleCnt="0"/>
      <dgm:spPr/>
    </dgm:pt>
    <dgm:pt modelId="{F1417BB4-AD44-1349-AA85-9E92050BE90A}" type="pres">
      <dgm:prSet presAssocID="{3BE1DCE3-C11A-40A0-ABCE-CCE76B6CF2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62BC0E-77C7-2A4B-B199-630E55699846}" type="pres">
      <dgm:prSet presAssocID="{F1270279-6EE7-48D8-AB0D-AC185979A3B8}" presName="spacer" presStyleCnt="0"/>
      <dgm:spPr/>
    </dgm:pt>
    <dgm:pt modelId="{FBFD2706-AF26-014B-BB9D-4E6F1AFC756F}" type="pres">
      <dgm:prSet presAssocID="{974DAAA0-3C97-40E5-AF39-109FFB3FE4A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BE44302-8F5E-FC4D-AB04-F23A9F10AE5A}" type="presOf" srcId="{DF88D378-86D5-4257-91E3-679ECF8D1F5B}" destId="{2FC50F8E-B4E1-504B-BBB5-207761C3E501}" srcOrd="0" destOrd="0" presId="urn:microsoft.com/office/officeart/2005/8/layout/vList2"/>
    <dgm:cxn modelId="{26BAA020-1CD2-E14A-820C-B1ED83FECD44}" type="presOf" srcId="{974DAAA0-3C97-40E5-AF39-109FFB3FE4AA}" destId="{FBFD2706-AF26-014B-BB9D-4E6F1AFC756F}" srcOrd="0" destOrd="0" presId="urn:microsoft.com/office/officeart/2005/8/layout/vList2"/>
    <dgm:cxn modelId="{8DF41A3E-0146-6248-9E3A-24AEEF0CFF17}" type="presOf" srcId="{3BE1DCE3-C11A-40A0-ABCE-CCE76B6CF225}" destId="{F1417BB4-AD44-1349-AA85-9E92050BE90A}" srcOrd="0" destOrd="0" presId="urn:microsoft.com/office/officeart/2005/8/layout/vList2"/>
    <dgm:cxn modelId="{0048F76A-4E58-4688-94E7-91D94D6C55D7}" srcId="{DF88D378-86D5-4257-91E3-679ECF8D1F5B}" destId="{974DAAA0-3C97-40E5-AF39-109FFB3FE4AA}" srcOrd="3" destOrd="0" parTransId="{8B714188-3203-4113-83CD-0489849EA276}" sibTransId="{452E2AD0-3200-405A-AF0E-09DF9183A8D0}"/>
    <dgm:cxn modelId="{D00DA6C9-2652-4AEF-A66C-04965BDD2381}" srcId="{DF88D378-86D5-4257-91E3-679ECF8D1F5B}" destId="{3BE1DCE3-C11A-40A0-ABCE-CCE76B6CF225}" srcOrd="2" destOrd="0" parTransId="{8547B6B2-3F57-4AAB-B841-21FA5DEA8B9C}" sibTransId="{F1270279-6EE7-48D8-AB0D-AC185979A3B8}"/>
    <dgm:cxn modelId="{68C57BD1-2C7E-4768-98AA-67D544630407}" srcId="{DF88D378-86D5-4257-91E3-679ECF8D1F5B}" destId="{6A2EF706-7CF8-41C2-9C8B-FBCC27E3DA5E}" srcOrd="1" destOrd="0" parTransId="{E70565DC-657C-433D-88C8-9FA357E3A205}" sibTransId="{F7A4ECBC-CF9D-459C-9D1B-3A2A16CDC2C0}"/>
    <dgm:cxn modelId="{B00FA9E4-B246-5D44-818C-DCE7B08AFCF8}" type="presOf" srcId="{3C2D145F-31EC-4702-AB7A-10E8543825AF}" destId="{7DD1C04A-985D-C646-A0BE-5EFBABF760BC}" srcOrd="0" destOrd="0" presId="urn:microsoft.com/office/officeart/2005/8/layout/vList2"/>
    <dgm:cxn modelId="{CB228FFF-450F-47DF-8455-AFBF83F26D48}" srcId="{DF88D378-86D5-4257-91E3-679ECF8D1F5B}" destId="{3C2D145F-31EC-4702-AB7A-10E8543825AF}" srcOrd="0" destOrd="0" parTransId="{D52AB445-3283-4EC8-B55B-85FC3FD4CD06}" sibTransId="{927E8C5E-5A80-4B58-BDBD-08FA17D67A07}"/>
    <dgm:cxn modelId="{6408E6FF-5249-AF46-97B5-BF0F5610A638}" type="presOf" srcId="{6A2EF706-7CF8-41C2-9C8B-FBCC27E3DA5E}" destId="{A46F9118-C17F-804F-92BA-0353077D5B4A}" srcOrd="0" destOrd="0" presId="urn:microsoft.com/office/officeart/2005/8/layout/vList2"/>
    <dgm:cxn modelId="{3A012E26-9F64-8749-8153-3674E1649333}" type="presParOf" srcId="{2FC50F8E-B4E1-504B-BBB5-207761C3E501}" destId="{7DD1C04A-985D-C646-A0BE-5EFBABF760BC}" srcOrd="0" destOrd="0" presId="urn:microsoft.com/office/officeart/2005/8/layout/vList2"/>
    <dgm:cxn modelId="{6EC1D6D5-6523-7C40-A58C-D0F24AEE6137}" type="presParOf" srcId="{2FC50F8E-B4E1-504B-BBB5-207761C3E501}" destId="{92786522-291B-EC4B-9DC3-C72323A2DAF9}" srcOrd="1" destOrd="0" presId="urn:microsoft.com/office/officeart/2005/8/layout/vList2"/>
    <dgm:cxn modelId="{916B7D6D-142A-F049-A0EB-AB1BE1F53292}" type="presParOf" srcId="{2FC50F8E-B4E1-504B-BBB5-207761C3E501}" destId="{A46F9118-C17F-804F-92BA-0353077D5B4A}" srcOrd="2" destOrd="0" presId="urn:microsoft.com/office/officeart/2005/8/layout/vList2"/>
    <dgm:cxn modelId="{37E53361-0F0D-F34A-8FC0-B69E51109717}" type="presParOf" srcId="{2FC50F8E-B4E1-504B-BBB5-207761C3E501}" destId="{402061D9-374D-724B-A5B5-C244ED353125}" srcOrd="3" destOrd="0" presId="urn:microsoft.com/office/officeart/2005/8/layout/vList2"/>
    <dgm:cxn modelId="{1FC00B84-595A-0D48-93CE-9194836B0E26}" type="presParOf" srcId="{2FC50F8E-B4E1-504B-BBB5-207761C3E501}" destId="{F1417BB4-AD44-1349-AA85-9E92050BE90A}" srcOrd="4" destOrd="0" presId="urn:microsoft.com/office/officeart/2005/8/layout/vList2"/>
    <dgm:cxn modelId="{61085412-A53D-9A45-9F38-7A8EA2EE432C}" type="presParOf" srcId="{2FC50F8E-B4E1-504B-BBB5-207761C3E501}" destId="{B062BC0E-77C7-2A4B-B199-630E55699846}" srcOrd="5" destOrd="0" presId="urn:microsoft.com/office/officeart/2005/8/layout/vList2"/>
    <dgm:cxn modelId="{B0317EEA-704F-4B4C-896D-C7FDDB5F3834}" type="presParOf" srcId="{2FC50F8E-B4E1-504B-BBB5-207761C3E501}" destId="{FBFD2706-AF26-014B-BB9D-4E6F1AFC756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D4B8BE3-E2A2-49A4-B4D7-49CD45D16B20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79418B8-8DF0-43B1-8AB7-BF037F3E424E}">
      <dgm:prSet/>
      <dgm:spPr/>
      <dgm:t>
        <a:bodyPr/>
        <a:lstStyle/>
        <a:p>
          <a:r>
            <a:rPr lang="en-US"/>
            <a:t>Built simple charts and tables in Amazon QuickSight.</a:t>
          </a:r>
        </a:p>
      </dgm:t>
    </dgm:pt>
    <dgm:pt modelId="{A829B671-C2D7-43C6-822D-0A98278A8D08}" type="parTrans" cxnId="{6F411614-6EC3-45A1-A961-092758F1AFFE}">
      <dgm:prSet/>
      <dgm:spPr/>
      <dgm:t>
        <a:bodyPr/>
        <a:lstStyle/>
        <a:p>
          <a:endParaRPr lang="en-US"/>
        </a:p>
      </dgm:t>
    </dgm:pt>
    <dgm:pt modelId="{B966FA25-99AA-4380-9B6D-8B577179BA03}" type="sibTrans" cxnId="{6F411614-6EC3-45A1-A961-092758F1AFFE}">
      <dgm:prSet/>
      <dgm:spPr/>
      <dgm:t>
        <a:bodyPr/>
        <a:lstStyle/>
        <a:p>
          <a:endParaRPr lang="en-US"/>
        </a:p>
      </dgm:t>
    </dgm:pt>
    <dgm:pt modelId="{64E35CDE-0655-4A0D-8FF8-35F080EFCFE5}">
      <dgm:prSet/>
      <dgm:spPr/>
      <dgm:t>
        <a:bodyPr/>
        <a:lstStyle/>
        <a:p>
          <a:r>
            <a:rPr lang="en-US"/>
            <a:t>Highlighted the most important results for leadership.</a:t>
          </a:r>
        </a:p>
      </dgm:t>
    </dgm:pt>
    <dgm:pt modelId="{450B611C-DCA6-4F59-B78E-33320B5715A6}" type="parTrans" cxnId="{4480C59D-D70B-4258-8CF7-D320572B21C5}">
      <dgm:prSet/>
      <dgm:spPr/>
      <dgm:t>
        <a:bodyPr/>
        <a:lstStyle/>
        <a:p>
          <a:endParaRPr lang="en-US"/>
        </a:p>
      </dgm:t>
    </dgm:pt>
    <dgm:pt modelId="{D1348D4D-452A-4E12-AE4E-234BB5276AE3}" type="sibTrans" cxnId="{4480C59D-D70B-4258-8CF7-D320572B21C5}">
      <dgm:prSet/>
      <dgm:spPr/>
      <dgm:t>
        <a:bodyPr/>
        <a:lstStyle/>
        <a:p>
          <a:endParaRPr lang="en-US"/>
        </a:p>
      </dgm:t>
    </dgm:pt>
    <dgm:pt modelId="{9A9E5DD3-62F1-4ABC-A6C7-278E5763F54B}">
      <dgm:prSet/>
      <dgm:spPr/>
      <dgm:t>
        <a:bodyPr/>
        <a:lstStyle/>
        <a:p>
          <a:r>
            <a:rPr lang="en-US"/>
            <a:t>Made it possible to filter by city, hospital, group, etc.</a:t>
          </a:r>
        </a:p>
      </dgm:t>
    </dgm:pt>
    <dgm:pt modelId="{B9B60527-8814-4455-9B81-FE9588C6008D}" type="parTrans" cxnId="{A4BE9BC1-97AB-4173-9E6A-AA7097EC01B5}">
      <dgm:prSet/>
      <dgm:spPr/>
      <dgm:t>
        <a:bodyPr/>
        <a:lstStyle/>
        <a:p>
          <a:endParaRPr lang="en-US"/>
        </a:p>
      </dgm:t>
    </dgm:pt>
    <dgm:pt modelId="{E3966DBE-0087-4DAE-8127-A58A9CA5B0AB}" type="sibTrans" cxnId="{A4BE9BC1-97AB-4173-9E6A-AA7097EC01B5}">
      <dgm:prSet/>
      <dgm:spPr/>
      <dgm:t>
        <a:bodyPr/>
        <a:lstStyle/>
        <a:p>
          <a:endParaRPr lang="en-US"/>
        </a:p>
      </dgm:t>
    </dgm:pt>
    <dgm:pt modelId="{3591EBB0-C211-4A74-8412-BFE2508C929E}">
      <dgm:prSet/>
      <dgm:spPr/>
      <dgm:t>
        <a:bodyPr/>
        <a:lstStyle/>
        <a:p>
          <a:r>
            <a:rPr lang="en-US"/>
            <a:t>Goal: help non‑technical stakeholders “see” what the data is saying.</a:t>
          </a:r>
        </a:p>
      </dgm:t>
    </dgm:pt>
    <dgm:pt modelId="{09A2FC3C-3AAB-4FA8-A36A-12320B9CC68E}" type="parTrans" cxnId="{BB1F57CE-3ACC-48C1-9169-5A9F11D7F88B}">
      <dgm:prSet/>
      <dgm:spPr/>
      <dgm:t>
        <a:bodyPr/>
        <a:lstStyle/>
        <a:p>
          <a:endParaRPr lang="en-US"/>
        </a:p>
      </dgm:t>
    </dgm:pt>
    <dgm:pt modelId="{B74867E8-7AB4-49B2-B1A6-4CCFBA3026A9}" type="sibTrans" cxnId="{BB1F57CE-3ACC-48C1-9169-5A9F11D7F88B}">
      <dgm:prSet/>
      <dgm:spPr/>
      <dgm:t>
        <a:bodyPr/>
        <a:lstStyle/>
        <a:p>
          <a:endParaRPr lang="en-US"/>
        </a:p>
      </dgm:t>
    </dgm:pt>
    <dgm:pt modelId="{693AB117-70DC-8048-84E9-BEAB780B38FF}" type="pres">
      <dgm:prSet presAssocID="{ED4B8BE3-E2A2-49A4-B4D7-49CD45D16B20}" presName="diagram" presStyleCnt="0">
        <dgm:presLayoutVars>
          <dgm:dir/>
          <dgm:resizeHandles val="exact"/>
        </dgm:presLayoutVars>
      </dgm:prSet>
      <dgm:spPr/>
    </dgm:pt>
    <dgm:pt modelId="{F71CDE6A-BFA0-B94C-AD4A-6B3ED803D1A4}" type="pres">
      <dgm:prSet presAssocID="{679418B8-8DF0-43B1-8AB7-BF037F3E424E}" presName="node" presStyleLbl="node1" presStyleIdx="0" presStyleCnt="4">
        <dgm:presLayoutVars>
          <dgm:bulletEnabled val="1"/>
        </dgm:presLayoutVars>
      </dgm:prSet>
      <dgm:spPr/>
    </dgm:pt>
    <dgm:pt modelId="{E32AC508-9BEE-FE4C-8779-7D16216E1F18}" type="pres">
      <dgm:prSet presAssocID="{B966FA25-99AA-4380-9B6D-8B577179BA03}" presName="sibTrans" presStyleCnt="0"/>
      <dgm:spPr/>
    </dgm:pt>
    <dgm:pt modelId="{1DA8233B-62FD-9E49-B82E-28FD79C1DA4B}" type="pres">
      <dgm:prSet presAssocID="{64E35CDE-0655-4A0D-8FF8-35F080EFCFE5}" presName="node" presStyleLbl="node1" presStyleIdx="1" presStyleCnt="4">
        <dgm:presLayoutVars>
          <dgm:bulletEnabled val="1"/>
        </dgm:presLayoutVars>
      </dgm:prSet>
      <dgm:spPr/>
    </dgm:pt>
    <dgm:pt modelId="{7AF83B20-8003-0940-BFC6-24682C068038}" type="pres">
      <dgm:prSet presAssocID="{D1348D4D-452A-4E12-AE4E-234BB5276AE3}" presName="sibTrans" presStyleCnt="0"/>
      <dgm:spPr/>
    </dgm:pt>
    <dgm:pt modelId="{83056379-6258-114D-80FA-69A695F8855D}" type="pres">
      <dgm:prSet presAssocID="{9A9E5DD3-62F1-4ABC-A6C7-278E5763F54B}" presName="node" presStyleLbl="node1" presStyleIdx="2" presStyleCnt="4">
        <dgm:presLayoutVars>
          <dgm:bulletEnabled val="1"/>
        </dgm:presLayoutVars>
      </dgm:prSet>
      <dgm:spPr/>
    </dgm:pt>
    <dgm:pt modelId="{D829D776-3423-B74F-BA40-C69E3FB225B4}" type="pres">
      <dgm:prSet presAssocID="{E3966DBE-0087-4DAE-8127-A58A9CA5B0AB}" presName="sibTrans" presStyleCnt="0"/>
      <dgm:spPr/>
    </dgm:pt>
    <dgm:pt modelId="{E57F80A3-D555-CD48-A7DA-F99B6DE8A521}" type="pres">
      <dgm:prSet presAssocID="{3591EBB0-C211-4A74-8412-BFE2508C929E}" presName="node" presStyleLbl="node1" presStyleIdx="3" presStyleCnt="4">
        <dgm:presLayoutVars>
          <dgm:bulletEnabled val="1"/>
        </dgm:presLayoutVars>
      </dgm:prSet>
      <dgm:spPr/>
    </dgm:pt>
  </dgm:ptLst>
  <dgm:cxnLst>
    <dgm:cxn modelId="{6F411614-6EC3-45A1-A961-092758F1AFFE}" srcId="{ED4B8BE3-E2A2-49A4-B4D7-49CD45D16B20}" destId="{679418B8-8DF0-43B1-8AB7-BF037F3E424E}" srcOrd="0" destOrd="0" parTransId="{A829B671-C2D7-43C6-822D-0A98278A8D08}" sibTransId="{B966FA25-99AA-4380-9B6D-8B577179BA03}"/>
    <dgm:cxn modelId="{96AF2E39-90CF-1B46-AE1E-C834D18C9476}" type="presOf" srcId="{3591EBB0-C211-4A74-8412-BFE2508C929E}" destId="{E57F80A3-D555-CD48-A7DA-F99B6DE8A521}" srcOrd="0" destOrd="0" presId="urn:microsoft.com/office/officeart/2005/8/layout/default"/>
    <dgm:cxn modelId="{9866E873-7EC9-124E-84D1-3CE8CBC47924}" type="presOf" srcId="{ED4B8BE3-E2A2-49A4-B4D7-49CD45D16B20}" destId="{693AB117-70DC-8048-84E9-BEAB780B38FF}" srcOrd="0" destOrd="0" presId="urn:microsoft.com/office/officeart/2005/8/layout/default"/>
    <dgm:cxn modelId="{1E8E0D93-C60C-C14B-86C6-5CD55B568B60}" type="presOf" srcId="{679418B8-8DF0-43B1-8AB7-BF037F3E424E}" destId="{F71CDE6A-BFA0-B94C-AD4A-6B3ED803D1A4}" srcOrd="0" destOrd="0" presId="urn:microsoft.com/office/officeart/2005/8/layout/default"/>
    <dgm:cxn modelId="{4480C59D-D70B-4258-8CF7-D320572B21C5}" srcId="{ED4B8BE3-E2A2-49A4-B4D7-49CD45D16B20}" destId="{64E35CDE-0655-4A0D-8FF8-35F080EFCFE5}" srcOrd="1" destOrd="0" parTransId="{450B611C-DCA6-4F59-B78E-33320B5715A6}" sibTransId="{D1348D4D-452A-4E12-AE4E-234BB5276AE3}"/>
    <dgm:cxn modelId="{225E94AB-5068-E640-B487-0E237EAE3423}" type="presOf" srcId="{64E35CDE-0655-4A0D-8FF8-35F080EFCFE5}" destId="{1DA8233B-62FD-9E49-B82E-28FD79C1DA4B}" srcOrd="0" destOrd="0" presId="urn:microsoft.com/office/officeart/2005/8/layout/default"/>
    <dgm:cxn modelId="{A4BE9BC1-97AB-4173-9E6A-AA7097EC01B5}" srcId="{ED4B8BE3-E2A2-49A4-B4D7-49CD45D16B20}" destId="{9A9E5DD3-62F1-4ABC-A6C7-278E5763F54B}" srcOrd="2" destOrd="0" parTransId="{B9B60527-8814-4455-9B81-FE9588C6008D}" sibTransId="{E3966DBE-0087-4DAE-8127-A58A9CA5B0AB}"/>
    <dgm:cxn modelId="{BB1F57CE-3ACC-48C1-9169-5A9F11D7F88B}" srcId="{ED4B8BE3-E2A2-49A4-B4D7-49CD45D16B20}" destId="{3591EBB0-C211-4A74-8412-BFE2508C929E}" srcOrd="3" destOrd="0" parTransId="{09A2FC3C-3AAB-4FA8-A36A-12320B9CC68E}" sibTransId="{B74867E8-7AB4-49B2-B1A6-4CCFBA3026A9}"/>
    <dgm:cxn modelId="{C1C875E4-913A-034C-87ED-C13BE761D07A}" type="presOf" srcId="{9A9E5DD3-62F1-4ABC-A6C7-278E5763F54B}" destId="{83056379-6258-114D-80FA-69A695F8855D}" srcOrd="0" destOrd="0" presId="urn:microsoft.com/office/officeart/2005/8/layout/default"/>
    <dgm:cxn modelId="{5FDE92B5-DB28-2747-AF2B-CBBDE870EB5D}" type="presParOf" srcId="{693AB117-70DC-8048-84E9-BEAB780B38FF}" destId="{F71CDE6A-BFA0-B94C-AD4A-6B3ED803D1A4}" srcOrd="0" destOrd="0" presId="urn:microsoft.com/office/officeart/2005/8/layout/default"/>
    <dgm:cxn modelId="{783C21B0-5ECE-D34E-BD74-25BB2FC4D03D}" type="presParOf" srcId="{693AB117-70DC-8048-84E9-BEAB780B38FF}" destId="{E32AC508-9BEE-FE4C-8779-7D16216E1F18}" srcOrd="1" destOrd="0" presId="urn:microsoft.com/office/officeart/2005/8/layout/default"/>
    <dgm:cxn modelId="{26887FBD-D74D-6F4E-B9E7-BFD637A85AD0}" type="presParOf" srcId="{693AB117-70DC-8048-84E9-BEAB780B38FF}" destId="{1DA8233B-62FD-9E49-B82E-28FD79C1DA4B}" srcOrd="2" destOrd="0" presId="urn:microsoft.com/office/officeart/2005/8/layout/default"/>
    <dgm:cxn modelId="{7CA244D4-662D-DE48-B7AA-96E4FCD50B8B}" type="presParOf" srcId="{693AB117-70DC-8048-84E9-BEAB780B38FF}" destId="{7AF83B20-8003-0940-BFC6-24682C068038}" srcOrd="3" destOrd="0" presId="urn:microsoft.com/office/officeart/2005/8/layout/default"/>
    <dgm:cxn modelId="{29DB95D3-8A1F-6846-B4AF-258E08DF90D3}" type="presParOf" srcId="{693AB117-70DC-8048-84E9-BEAB780B38FF}" destId="{83056379-6258-114D-80FA-69A695F8855D}" srcOrd="4" destOrd="0" presId="urn:microsoft.com/office/officeart/2005/8/layout/default"/>
    <dgm:cxn modelId="{62A3888D-781C-5B44-BF33-06134F57C5C2}" type="presParOf" srcId="{693AB117-70DC-8048-84E9-BEAB780B38FF}" destId="{D829D776-3423-B74F-BA40-C69E3FB225B4}" srcOrd="5" destOrd="0" presId="urn:microsoft.com/office/officeart/2005/8/layout/default"/>
    <dgm:cxn modelId="{404AAE05-17E5-274B-B9CB-8EAA9F5C12C0}" type="presParOf" srcId="{693AB117-70DC-8048-84E9-BEAB780B38FF}" destId="{E57F80A3-D555-CD48-A7DA-F99B6DE8A52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EE8BEAE-4F4D-4C69-918D-3D59562578C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71230D-9FAA-4675-BFB6-DA40ED708A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diseases generate the most claims?</a:t>
          </a:r>
        </a:p>
      </dgm:t>
    </dgm:pt>
    <dgm:pt modelId="{672BA658-0743-47E7-904E-FD425E62FE33}" type="parTrans" cxnId="{34B6A478-9ACC-43D2-902C-DEE2335372B5}">
      <dgm:prSet/>
      <dgm:spPr/>
      <dgm:t>
        <a:bodyPr/>
        <a:lstStyle/>
        <a:p>
          <a:endParaRPr lang="en-US"/>
        </a:p>
      </dgm:t>
    </dgm:pt>
    <dgm:pt modelId="{661F55FD-F410-4DBB-9936-C56C11AE3DFF}" type="sibTrans" cxnId="{34B6A478-9ACC-43D2-902C-DEE2335372B5}">
      <dgm:prSet/>
      <dgm:spPr/>
      <dgm:t>
        <a:bodyPr/>
        <a:lstStyle/>
        <a:p>
          <a:endParaRPr lang="en-US"/>
        </a:p>
      </dgm:t>
    </dgm:pt>
    <dgm:pt modelId="{F97297CF-371C-4EBC-9DE7-A4B4497E71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Result: ‘Fracture’ appears most frequently in the claims data.</a:t>
          </a:r>
        </a:p>
      </dgm:t>
    </dgm:pt>
    <dgm:pt modelId="{6EB53F70-1D72-4E91-AF44-DCB382656719}" type="parTrans" cxnId="{5D0278CA-012B-45AF-A4F2-1789300EC7C7}">
      <dgm:prSet/>
      <dgm:spPr/>
      <dgm:t>
        <a:bodyPr/>
        <a:lstStyle/>
        <a:p>
          <a:endParaRPr lang="en-US"/>
        </a:p>
      </dgm:t>
    </dgm:pt>
    <dgm:pt modelId="{B4380FC4-AF8A-457A-A188-2FBC02576991}" type="sibTrans" cxnId="{5D0278CA-012B-45AF-A4F2-1789300EC7C7}">
      <dgm:prSet/>
      <dgm:spPr/>
      <dgm:t>
        <a:bodyPr/>
        <a:lstStyle/>
        <a:p>
          <a:endParaRPr lang="en-US"/>
        </a:p>
      </dgm:t>
    </dgm:pt>
    <dgm:pt modelId="{D14B2233-4524-4AD4-BE0E-1A84758C19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Business meaning: Accidents and injuries are a major cost driver.</a:t>
          </a:r>
        </a:p>
      </dgm:t>
    </dgm:pt>
    <dgm:pt modelId="{4235848A-3BC1-4C51-9483-81F760EC259F}" type="parTrans" cxnId="{717B3E4D-DF23-4D0A-A746-BE28B2009FB7}">
      <dgm:prSet/>
      <dgm:spPr/>
      <dgm:t>
        <a:bodyPr/>
        <a:lstStyle/>
        <a:p>
          <a:endParaRPr lang="en-US"/>
        </a:p>
      </dgm:t>
    </dgm:pt>
    <dgm:pt modelId="{A6206617-86A4-4AB4-B75F-797531DDEF50}" type="sibTrans" cxnId="{717B3E4D-DF23-4D0A-A746-BE28B2009FB7}">
      <dgm:prSet/>
      <dgm:spPr/>
      <dgm:t>
        <a:bodyPr/>
        <a:lstStyle/>
        <a:p>
          <a:endParaRPr lang="en-US"/>
        </a:p>
      </dgm:t>
    </dgm:pt>
    <dgm:pt modelId="{0F6F52A1-05C2-422F-BEA6-3D1830DB37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Possible action: Design products and pricing that better cover fracture‑related risks.</a:t>
          </a:r>
        </a:p>
      </dgm:t>
    </dgm:pt>
    <dgm:pt modelId="{6DDC5C11-D52D-43C9-9EFE-DC9933DF8B7F}" type="parTrans" cxnId="{69041590-4CF3-4B92-8174-49219FF96168}">
      <dgm:prSet/>
      <dgm:spPr/>
      <dgm:t>
        <a:bodyPr/>
        <a:lstStyle/>
        <a:p>
          <a:endParaRPr lang="en-US"/>
        </a:p>
      </dgm:t>
    </dgm:pt>
    <dgm:pt modelId="{9C693C9A-4A84-4FA2-9908-10DE4AB681F2}" type="sibTrans" cxnId="{69041590-4CF3-4B92-8174-49219FF96168}">
      <dgm:prSet/>
      <dgm:spPr/>
      <dgm:t>
        <a:bodyPr/>
        <a:lstStyle/>
        <a:p>
          <a:endParaRPr lang="en-US"/>
        </a:p>
      </dgm:t>
    </dgm:pt>
    <dgm:pt modelId="{380CB154-DFA6-4957-8126-DCEBE7A1D546}" type="pres">
      <dgm:prSet presAssocID="{BEE8BEAE-4F4D-4C69-918D-3D59562578C6}" presName="root" presStyleCnt="0">
        <dgm:presLayoutVars>
          <dgm:dir/>
          <dgm:resizeHandles val="exact"/>
        </dgm:presLayoutVars>
      </dgm:prSet>
      <dgm:spPr/>
    </dgm:pt>
    <dgm:pt modelId="{2860388A-CFEA-411B-B433-5DF51B8F5491}" type="pres">
      <dgm:prSet presAssocID="{DC71230D-9FAA-4675-BFB6-DA40ED708A20}" presName="compNode" presStyleCnt="0"/>
      <dgm:spPr/>
    </dgm:pt>
    <dgm:pt modelId="{65CB1181-568C-4161-B216-FF2C93D6816C}" type="pres">
      <dgm:prSet presAssocID="{DC71230D-9FAA-4675-BFB6-DA40ED708A20}" presName="bgRect" presStyleLbl="bgShp" presStyleIdx="0" presStyleCnt="4"/>
      <dgm:spPr/>
    </dgm:pt>
    <dgm:pt modelId="{335E690A-EC16-4AEA-874E-1F6DF6FDC251}" type="pres">
      <dgm:prSet presAssocID="{DC71230D-9FAA-4675-BFB6-DA40ED708A2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rror"/>
        </a:ext>
      </dgm:extLst>
    </dgm:pt>
    <dgm:pt modelId="{D34B727E-12FF-48FE-928C-9DD67C51F165}" type="pres">
      <dgm:prSet presAssocID="{DC71230D-9FAA-4675-BFB6-DA40ED708A20}" presName="spaceRect" presStyleCnt="0"/>
      <dgm:spPr/>
    </dgm:pt>
    <dgm:pt modelId="{AA0B5B41-C56D-4945-96F0-555598314E58}" type="pres">
      <dgm:prSet presAssocID="{DC71230D-9FAA-4675-BFB6-DA40ED708A20}" presName="parTx" presStyleLbl="revTx" presStyleIdx="0" presStyleCnt="4">
        <dgm:presLayoutVars>
          <dgm:chMax val="0"/>
          <dgm:chPref val="0"/>
        </dgm:presLayoutVars>
      </dgm:prSet>
      <dgm:spPr/>
    </dgm:pt>
    <dgm:pt modelId="{AC6F486F-10F6-4EDC-A278-E91C67BE8780}" type="pres">
      <dgm:prSet presAssocID="{661F55FD-F410-4DBB-9936-C56C11AE3DFF}" presName="sibTrans" presStyleCnt="0"/>
      <dgm:spPr/>
    </dgm:pt>
    <dgm:pt modelId="{A468899B-DE09-476A-BB93-DB61B605F1F3}" type="pres">
      <dgm:prSet presAssocID="{F97297CF-371C-4EBC-9DE7-A4B4497E71BE}" presName="compNode" presStyleCnt="0"/>
      <dgm:spPr/>
    </dgm:pt>
    <dgm:pt modelId="{3DA4AD37-1406-4DE0-BCA4-11E02B912F1F}" type="pres">
      <dgm:prSet presAssocID="{F97297CF-371C-4EBC-9DE7-A4B4497E71BE}" presName="bgRect" presStyleLbl="bgShp" presStyleIdx="1" presStyleCnt="4"/>
      <dgm:spPr/>
    </dgm:pt>
    <dgm:pt modelId="{0222264B-1D58-4F3B-A7A7-2C128080A56A}" type="pres">
      <dgm:prSet presAssocID="{F97297CF-371C-4EBC-9DE7-A4B4497E71B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print"/>
        </a:ext>
      </dgm:extLst>
    </dgm:pt>
    <dgm:pt modelId="{C11A2C5A-45D3-4202-A1F0-B5445627F930}" type="pres">
      <dgm:prSet presAssocID="{F97297CF-371C-4EBC-9DE7-A4B4497E71BE}" presName="spaceRect" presStyleCnt="0"/>
      <dgm:spPr/>
    </dgm:pt>
    <dgm:pt modelId="{CC3EC8A8-38DA-4C81-BB5E-09C9F667FEDC}" type="pres">
      <dgm:prSet presAssocID="{F97297CF-371C-4EBC-9DE7-A4B4497E71BE}" presName="parTx" presStyleLbl="revTx" presStyleIdx="1" presStyleCnt="4">
        <dgm:presLayoutVars>
          <dgm:chMax val="0"/>
          <dgm:chPref val="0"/>
        </dgm:presLayoutVars>
      </dgm:prSet>
      <dgm:spPr/>
    </dgm:pt>
    <dgm:pt modelId="{44AC9F1F-5370-449B-9B40-9A9CA44C072F}" type="pres">
      <dgm:prSet presAssocID="{B4380FC4-AF8A-457A-A188-2FBC02576991}" presName="sibTrans" presStyleCnt="0"/>
      <dgm:spPr/>
    </dgm:pt>
    <dgm:pt modelId="{E801E2D4-D0E8-465E-B0A2-C497510489C8}" type="pres">
      <dgm:prSet presAssocID="{D14B2233-4524-4AD4-BE0E-1A84758C1970}" presName="compNode" presStyleCnt="0"/>
      <dgm:spPr/>
    </dgm:pt>
    <dgm:pt modelId="{D81CD3BC-758C-4888-9827-EA85B6224F2A}" type="pres">
      <dgm:prSet presAssocID="{D14B2233-4524-4AD4-BE0E-1A84758C1970}" presName="bgRect" presStyleLbl="bgShp" presStyleIdx="2" presStyleCnt="4"/>
      <dgm:spPr/>
    </dgm:pt>
    <dgm:pt modelId="{1390C834-7D5C-4396-8823-21D71EA812C6}" type="pres">
      <dgm:prSet presAssocID="{D14B2233-4524-4AD4-BE0E-1A84758C19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357912E4-5330-4A32-A7A0-18BEBE9AB597}" type="pres">
      <dgm:prSet presAssocID="{D14B2233-4524-4AD4-BE0E-1A84758C1970}" presName="spaceRect" presStyleCnt="0"/>
      <dgm:spPr/>
    </dgm:pt>
    <dgm:pt modelId="{FAEE8090-AA2D-4FE1-ABB1-A0CA1A976A54}" type="pres">
      <dgm:prSet presAssocID="{D14B2233-4524-4AD4-BE0E-1A84758C1970}" presName="parTx" presStyleLbl="revTx" presStyleIdx="2" presStyleCnt="4">
        <dgm:presLayoutVars>
          <dgm:chMax val="0"/>
          <dgm:chPref val="0"/>
        </dgm:presLayoutVars>
      </dgm:prSet>
      <dgm:spPr/>
    </dgm:pt>
    <dgm:pt modelId="{B491C2F2-FD74-42C0-823D-1AC84BB28C63}" type="pres">
      <dgm:prSet presAssocID="{A6206617-86A4-4AB4-B75F-797531DDEF50}" presName="sibTrans" presStyleCnt="0"/>
      <dgm:spPr/>
    </dgm:pt>
    <dgm:pt modelId="{9D499ECD-73CF-4ED0-A5EF-79EDF2C688CD}" type="pres">
      <dgm:prSet presAssocID="{0F6F52A1-05C2-422F-BEA6-3D1830DB379F}" presName="compNode" presStyleCnt="0"/>
      <dgm:spPr/>
    </dgm:pt>
    <dgm:pt modelId="{A5EE0995-3E9A-4A1C-8AE7-4EBC16DB615F}" type="pres">
      <dgm:prSet presAssocID="{0F6F52A1-05C2-422F-BEA6-3D1830DB379F}" presName="bgRect" presStyleLbl="bgShp" presStyleIdx="3" presStyleCnt="4"/>
      <dgm:spPr/>
    </dgm:pt>
    <dgm:pt modelId="{D8E861FA-C70B-4D4E-BDB5-F74E7744D988}" type="pres">
      <dgm:prSet presAssocID="{0F6F52A1-05C2-422F-BEA6-3D1830DB379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ign"/>
        </a:ext>
      </dgm:extLst>
    </dgm:pt>
    <dgm:pt modelId="{BEA5C714-C158-4B8D-B768-331B6E08D732}" type="pres">
      <dgm:prSet presAssocID="{0F6F52A1-05C2-422F-BEA6-3D1830DB379F}" presName="spaceRect" presStyleCnt="0"/>
      <dgm:spPr/>
    </dgm:pt>
    <dgm:pt modelId="{6B7FC3D6-49BB-45E4-91C4-9022E0C6EC15}" type="pres">
      <dgm:prSet presAssocID="{0F6F52A1-05C2-422F-BEA6-3D1830DB379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519C217-B41A-486F-B72C-8B540CB52D1A}" type="presOf" srcId="{F97297CF-371C-4EBC-9DE7-A4B4497E71BE}" destId="{CC3EC8A8-38DA-4C81-BB5E-09C9F667FEDC}" srcOrd="0" destOrd="0" presId="urn:microsoft.com/office/officeart/2018/2/layout/IconVerticalSolidList"/>
    <dgm:cxn modelId="{EF7EA218-E9F4-464B-AD13-16D1C1197E26}" type="presOf" srcId="{DC71230D-9FAA-4675-BFB6-DA40ED708A20}" destId="{AA0B5B41-C56D-4945-96F0-555598314E58}" srcOrd="0" destOrd="0" presId="urn:microsoft.com/office/officeart/2018/2/layout/IconVerticalSolidList"/>
    <dgm:cxn modelId="{A9DF4A2F-BE81-4755-9135-0B52D995FFCE}" type="presOf" srcId="{D14B2233-4524-4AD4-BE0E-1A84758C1970}" destId="{FAEE8090-AA2D-4FE1-ABB1-A0CA1A976A54}" srcOrd="0" destOrd="0" presId="urn:microsoft.com/office/officeart/2018/2/layout/IconVerticalSolidList"/>
    <dgm:cxn modelId="{8B6E1931-9E27-4710-A55B-1CE71BEC3D81}" type="presOf" srcId="{BEE8BEAE-4F4D-4C69-918D-3D59562578C6}" destId="{380CB154-DFA6-4957-8126-DCEBE7A1D546}" srcOrd="0" destOrd="0" presId="urn:microsoft.com/office/officeart/2018/2/layout/IconVerticalSolidList"/>
    <dgm:cxn modelId="{717B3E4D-DF23-4D0A-A746-BE28B2009FB7}" srcId="{BEE8BEAE-4F4D-4C69-918D-3D59562578C6}" destId="{D14B2233-4524-4AD4-BE0E-1A84758C1970}" srcOrd="2" destOrd="0" parTransId="{4235848A-3BC1-4C51-9483-81F760EC259F}" sibTransId="{A6206617-86A4-4AB4-B75F-797531DDEF50}"/>
    <dgm:cxn modelId="{34B6A478-9ACC-43D2-902C-DEE2335372B5}" srcId="{BEE8BEAE-4F4D-4C69-918D-3D59562578C6}" destId="{DC71230D-9FAA-4675-BFB6-DA40ED708A20}" srcOrd="0" destOrd="0" parTransId="{672BA658-0743-47E7-904E-FD425E62FE33}" sibTransId="{661F55FD-F410-4DBB-9936-C56C11AE3DFF}"/>
    <dgm:cxn modelId="{69041590-4CF3-4B92-8174-49219FF96168}" srcId="{BEE8BEAE-4F4D-4C69-918D-3D59562578C6}" destId="{0F6F52A1-05C2-422F-BEA6-3D1830DB379F}" srcOrd="3" destOrd="0" parTransId="{6DDC5C11-D52D-43C9-9EFE-DC9933DF8B7F}" sibTransId="{9C693C9A-4A84-4FA2-9908-10DE4AB681F2}"/>
    <dgm:cxn modelId="{5D0278CA-012B-45AF-A4F2-1789300EC7C7}" srcId="{BEE8BEAE-4F4D-4C69-918D-3D59562578C6}" destId="{F97297CF-371C-4EBC-9DE7-A4B4497E71BE}" srcOrd="1" destOrd="0" parTransId="{6EB53F70-1D72-4E91-AF44-DCB382656719}" sibTransId="{B4380FC4-AF8A-457A-A188-2FBC02576991}"/>
    <dgm:cxn modelId="{9FFBE5FB-BA12-4B23-AC81-E4154266BF9B}" type="presOf" srcId="{0F6F52A1-05C2-422F-BEA6-3D1830DB379F}" destId="{6B7FC3D6-49BB-45E4-91C4-9022E0C6EC15}" srcOrd="0" destOrd="0" presId="urn:microsoft.com/office/officeart/2018/2/layout/IconVerticalSolidList"/>
    <dgm:cxn modelId="{788F9BB1-7EA6-4582-BF9B-298F30FF60F4}" type="presParOf" srcId="{380CB154-DFA6-4957-8126-DCEBE7A1D546}" destId="{2860388A-CFEA-411B-B433-5DF51B8F5491}" srcOrd="0" destOrd="0" presId="urn:microsoft.com/office/officeart/2018/2/layout/IconVerticalSolidList"/>
    <dgm:cxn modelId="{A357EB2D-0541-4BA4-8515-6CE904A74EC9}" type="presParOf" srcId="{2860388A-CFEA-411B-B433-5DF51B8F5491}" destId="{65CB1181-568C-4161-B216-FF2C93D6816C}" srcOrd="0" destOrd="0" presId="urn:microsoft.com/office/officeart/2018/2/layout/IconVerticalSolidList"/>
    <dgm:cxn modelId="{97BD543C-17BF-49D0-879B-A1A295691350}" type="presParOf" srcId="{2860388A-CFEA-411B-B433-5DF51B8F5491}" destId="{335E690A-EC16-4AEA-874E-1F6DF6FDC251}" srcOrd="1" destOrd="0" presId="urn:microsoft.com/office/officeart/2018/2/layout/IconVerticalSolidList"/>
    <dgm:cxn modelId="{66B02E92-F7EC-4DD2-B68F-81567DC57D41}" type="presParOf" srcId="{2860388A-CFEA-411B-B433-5DF51B8F5491}" destId="{D34B727E-12FF-48FE-928C-9DD67C51F165}" srcOrd="2" destOrd="0" presId="urn:microsoft.com/office/officeart/2018/2/layout/IconVerticalSolidList"/>
    <dgm:cxn modelId="{1F829612-F18A-48F0-BEE4-F28B5FC08181}" type="presParOf" srcId="{2860388A-CFEA-411B-B433-5DF51B8F5491}" destId="{AA0B5B41-C56D-4945-96F0-555598314E58}" srcOrd="3" destOrd="0" presId="urn:microsoft.com/office/officeart/2018/2/layout/IconVerticalSolidList"/>
    <dgm:cxn modelId="{E3526821-6AA4-4D3C-9035-56B48FD23457}" type="presParOf" srcId="{380CB154-DFA6-4957-8126-DCEBE7A1D546}" destId="{AC6F486F-10F6-4EDC-A278-E91C67BE8780}" srcOrd="1" destOrd="0" presId="urn:microsoft.com/office/officeart/2018/2/layout/IconVerticalSolidList"/>
    <dgm:cxn modelId="{0D4427B5-BE19-4131-9E11-D7FD90AC18A2}" type="presParOf" srcId="{380CB154-DFA6-4957-8126-DCEBE7A1D546}" destId="{A468899B-DE09-476A-BB93-DB61B605F1F3}" srcOrd="2" destOrd="0" presId="urn:microsoft.com/office/officeart/2018/2/layout/IconVerticalSolidList"/>
    <dgm:cxn modelId="{4FA91A1D-499F-4458-ACF9-FD53BEC3D7C2}" type="presParOf" srcId="{A468899B-DE09-476A-BB93-DB61B605F1F3}" destId="{3DA4AD37-1406-4DE0-BCA4-11E02B912F1F}" srcOrd="0" destOrd="0" presId="urn:microsoft.com/office/officeart/2018/2/layout/IconVerticalSolidList"/>
    <dgm:cxn modelId="{8A52F65F-E2B2-4C07-8301-2CBBA3AC73F7}" type="presParOf" srcId="{A468899B-DE09-476A-BB93-DB61B605F1F3}" destId="{0222264B-1D58-4F3B-A7A7-2C128080A56A}" srcOrd="1" destOrd="0" presId="urn:microsoft.com/office/officeart/2018/2/layout/IconVerticalSolidList"/>
    <dgm:cxn modelId="{A93CB233-4B64-4569-92E4-5060836A29C2}" type="presParOf" srcId="{A468899B-DE09-476A-BB93-DB61B605F1F3}" destId="{C11A2C5A-45D3-4202-A1F0-B5445627F930}" srcOrd="2" destOrd="0" presId="urn:microsoft.com/office/officeart/2018/2/layout/IconVerticalSolidList"/>
    <dgm:cxn modelId="{BE10D091-D2B8-45A5-A33B-5DD1396361A7}" type="presParOf" srcId="{A468899B-DE09-476A-BB93-DB61B605F1F3}" destId="{CC3EC8A8-38DA-4C81-BB5E-09C9F667FEDC}" srcOrd="3" destOrd="0" presId="urn:microsoft.com/office/officeart/2018/2/layout/IconVerticalSolidList"/>
    <dgm:cxn modelId="{E17C5993-CD77-4433-AD62-DEDFB4153990}" type="presParOf" srcId="{380CB154-DFA6-4957-8126-DCEBE7A1D546}" destId="{44AC9F1F-5370-449B-9B40-9A9CA44C072F}" srcOrd="3" destOrd="0" presId="urn:microsoft.com/office/officeart/2018/2/layout/IconVerticalSolidList"/>
    <dgm:cxn modelId="{96C097B5-B1CD-409B-BBA0-225414297B6B}" type="presParOf" srcId="{380CB154-DFA6-4957-8126-DCEBE7A1D546}" destId="{E801E2D4-D0E8-465E-B0A2-C497510489C8}" srcOrd="4" destOrd="0" presId="urn:microsoft.com/office/officeart/2018/2/layout/IconVerticalSolidList"/>
    <dgm:cxn modelId="{AE9B20D3-EB97-4941-BE8B-6B28B52C09AB}" type="presParOf" srcId="{E801E2D4-D0E8-465E-B0A2-C497510489C8}" destId="{D81CD3BC-758C-4888-9827-EA85B6224F2A}" srcOrd="0" destOrd="0" presId="urn:microsoft.com/office/officeart/2018/2/layout/IconVerticalSolidList"/>
    <dgm:cxn modelId="{3C585573-6AC5-4970-9538-6E6691D32A32}" type="presParOf" srcId="{E801E2D4-D0E8-465E-B0A2-C497510489C8}" destId="{1390C834-7D5C-4396-8823-21D71EA812C6}" srcOrd="1" destOrd="0" presId="urn:microsoft.com/office/officeart/2018/2/layout/IconVerticalSolidList"/>
    <dgm:cxn modelId="{3373802B-5549-4DFF-B55E-77F3F9460748}" type="presParOf" srcId="{E801E2D4-D0E8-465E-B0A2-C497510489C8}" destId="{357912E4-5330-4A32-A7A0-18BEBE9AB597}" srcOrd="2" destOrd="0" presId="urn:microsoft.com/office/officeart/2018/2/layout/IconVerticalSolidList"/>
    <dgm:cxn modelId="{3251513E-C16D-4006-8B1E-ECC58356DB5A}" type="presParOf" srcId="{E801E2D4-D0E8-465E-B0A2-C497510489C8}" destId="{FAEE8090-AA2D-4FE1-ABB1-A0CA1A976A54}" srcOrd="3" destOrd="0" presId="urn:microsoft.com/office/officeart/2018/2/layout/IconVerticalSolidList"/>
    <dgm:cxn modelId="{062E2882-0292-4EA5-BA87-18F3098F0828}" type="presParOf" srcId="{380CB154-DFA6-4957-8126-DCEBE7A1D546}" destId="{B491C2F2-FD74-42C0-823D-1AC84BB28C63}" srcOrd="5" destOrd="0" presId="urn:microsoft.com/office/officeart/2018/2/layout/IconVerticalSolidList"/>
    <dgm:cxn modelId="{49923D90-BC95-49E7-92B4-E99BFDE707E2}" type="presParOf" srcId="{380CB154-DFA6-4957-8126-DCEBE7A1D546}" destId="{9D499ECD-73CF-4ED0-A5EF-79EDF2C688CD}" srcOrd="6" destOrd="0" presId="urn:microsoft.com/office/officeart/2018/2/layout/IconVerticalSolidList"/>
    <dgm:cxn modelId="{74A22647-2438-4AD7-9130-432895A59F01}" type="presParOf" srcId="{9D499ECD-73CF-4ED0-A5EF-79EDF2C688CD}" destId="{A5EE0995-3E9A-4A1C-8AE7-4EBC16DB615F}" srcOrd="0" destOrd="0" presId="urn:microsoft.com/office/officeart/2018/2/layout/IconVerticalSolidList"/>
    <dgm:cxn modelId="{179DF4FE-591C-4AEB-83BE-E9C8AD599D2D}" type="presParOf" srcId="{9D499ECD-73CF-4ED0-A5EF-79EDF2C688CD}" destId="{D8E861FA-C70B-4D4E-BDB5-F74E7744D988}" srcOrd="1" destOrd="0" presId="urn:microsoft.com/office/officeart/2018/2/layout/IconVerticalSolidList"/>
    <dgm:cxn modelId="{6B6785AE-AF6B-42F8-9CB5-D05A2A8827C3}" type="presParOf" srcId="{9D499ECD-73CF-4ED0-A5EF-79EDF2C688CD}" destId="{BEA5C714-C158-4B8D-B768-331B6E08D732}" srcOrd="2" destOrd="0" presId="urn:microsoft.com/office/officeart/2018/2/layout/IconVerticalSolidList"/>
    <dgm:cxn modelId="{595DB721-214D-4671-9F88-F196C930D9F9}" type="presParOf" srcId="{9D499ECD-73CF-4ED0-A5EF-79EDF2C688CD}" destId="{6B7FC3D6-49BB-45E4-91C4-9022E0C6EC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66E30FD-4CA4-49D7-A4B1-84B93E37C6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2650FB9-F65E-40C9-8160-796D8EF0482E}">
      <dgm:prSet/>
      <dgm:spPr/>
      <dgm:t>
        <a:bodyPr/>
        <a:lstStyle/>
        <a:p>
          <a:r>
            <a:rPr lang="en-US"/>
            <a:t>Which customers under age 30 are buying policies?</a:t>
          </a:r>
        </a:p>
      </dgm:t>
    </dgm:pt>
    <dgm:pt modelId="{8FF64D61-B3B5-4C52-A112-CF725896A2A8}" type="parTrans" cxnId="{B92EF625-C180-490D-80AA-ECE2CF9602E8}">
      <dgm:prSet/>
      <dgm:spPr/>
      <dgm:t>
        <a:bodyPr/>
        <a:lstStyle/>
        <a:p>
          <a:endParaRPr lang="en-US"/>
        </a:p>
      </dgm:t>
    </dgm:pt>
    <dgm:pt modelId="{CC9F8EC5-E116-45E4-BBB0-44FCAA9C115B}" type="sibTrans" cxnId="{B92EF625-C180-490D-80AA-ECE2CF9602E8}">
      <dgm:prSet/>
      <dgm:spPr/>
      <dgm:t>
        <a:bodyPr/>
        <a:lstStyle/>
        <a:p>
          <a:endParaRPr lang="en-US"/>
        </a:p>
      </dgm:t>
    </dgm:pt>
    <dgm:pt modelId="{64A5A450-F106-42B4-9F9F-F0E165DCBD76}">
      <dgm:prSet/>
      <dgm:spPr/>
      <dgm:t>
        <a:bodyPr/>
        <a:lstStyle/>
        <a:p>
          <a:r>
            <a:rPr lang="en-US"/>
            <a:t>Many young subscribers are already enrolled in various subgroups.</a:t>
          </a:r>
        </a:p>
      </dgm:t>
    </dgm:pt>
    <dgm:pt modelId="{B7ABDFA9-47F3-40BB-9AFC-55139A03E2DE}" type="parTrans" cxnId="{343CB2EC-4EC0-48E8-A944-F1DA0A19E3CF}">
      <dgm:prSet/>
      <dgm:spPr/>
      <dgm:t>
        <a:bodyPr/>
        <a:lstStyle/>
        <a:p>
          <a:endParaRPr lang="en-US"/>
        </a:p>
      </dgm:t>
    </dgm:pt>
    <dgm:pt modelId="{B9718743-7DB5-49C2-9A95-B253B6D90B9B}" type="sibTrans" cxnId="{343CB2EC-4EC0-48E8-A944-F1DA0A19E3CF}">
      <dgm:prSet/>
      <dgm:spPr/>
      <dgm:t>
        <a:bodyPr/>
        <a:lstStyle/>
        <a:p>
          <a:endParaRPr lang="en-US"/>
        </a:p>
      </dgm:t>
    </dgm:pt>
    <dgm:pt modelId="{BC84705C-2B35-443D-B6F5-2AA459E8AC9D}">
      <dgm:prSet/>
      <dgm:spPr/>
      <dgm:t>
        <a:bodyPr/>
        <a:lstStyle/>
        <a:p>
          <a:r>
            <a:rPr lang="en-US"/>
            <a:t>Business meaning: There is an active young customer segment.</a:t>
          </a:r>
        </a:p>
      </dgm:t>
    </dgm:pt>
    <dgm:pt modelId="{249A1D2A-CD50-49C3-8132-CBCC1D1D474B}" type="parTrans" cxnId="{A7A82F70-7AE5-41DB-895C-AA14195E00D2}">
      <dgm:prSet/>
      <dgm:spPr/>
      <dgm:t>
        <a:bodyPr/>
        <a:lstStyle/>
        <a:p>
          <a:endParaRPr lang="en-US"/>
        </a:p>
      </dgm:t>
    </dgm:pt>
    <dgm:pt modelId="{4E61DD5F-2BF6-4059-827F-53E0F0B9FF65}" type="sibTrans" cxnId="{A7A82F70-7AE5-41DB-895C-AA14195E00D2}">
      <dgm:prSet/>
      <dgm:spPr/>
      <dgm:t>
        <a:bodyPr/>
        <a:lstStyle/>
        <a:p>
          <a:endParaRPr lang="en-US"/>
        </a:p>
      </dgm:t>
    </dgm:pt>
    <dgm:pt modelId="{A9D41396-2A77-44DB-AC27-956F8C71E1DB}">
      <dgm:prSet/>
      <dgm:spPr/>
      <dgm:t>
        <a:bodyPr/>
        <a:lstStyle/>
        <a:p>
          <a:r>
            <a:rPr lang="en-US"/>
            <a:t>Possible action: Create youth‑focused plans and loyalty programs.</a:t>
          </a:r>
        </a:p>
      </dgm:t>
    </dgm:pt>
    <dgm:pt modelId="{ADB47B7F-7527-4501-B3F2-CF00FF8F8C2A}" type="parTrans" cxnId="{576EAEC1-E8FC-42FE-8EB7-AB1E440A154C}">
      <dgm:prSet/>
      <dgm:spPr/>
      <dgm:t>
        <a:bodyPr/>
        <a:lstStyle/>
        <a:p>
          <a:endParaRPr lang="en-US"/>
        </a:p>
      </dgm:t>
    </dgm:pt>
    <dgm:pt modelId="{E6E37499-EA10-43DD-BAFF-FE74CDFA3E98}" type="sibTrans" cxnId="{576EAEC1-E8FC-42FE-8EB7-AB1E440A154C}">
      <dgm:prSet/>
      <dgm:spPr/>
      <dgm:t>
        <a:bodyPr/>
        <a:lstStyle/>
        <a:p>
          <a:endParaRPr lang="en-US"/>
        </a:p>
      </dgm:t>
    </dgm:pt>
    <dgm:pt modelId="{AAD6826C-CBEE-6548-A8FD-9081B9BBCD9D}" type="pres">
      <dgm:prSet presAssocID="{266E30FD-4CA4-49D7-A4B1-84B93E37C69D}" presName="linear" presStyleCnt="0">
        <dgm:presLayoutVars>
          <dgm:animLvl val="lvl"/>
          <dgm:resizeHandles val="exact"/>
        </dgm:presLayoutVars>
      </dgm:prSet>
      <dgm:spPr/>
    </dgm:pt>
    <dgm:pt modelId="{1F908FDA-9196-8040-894F-02370B55F5A2}" type="pres">
      <dgm:prSet presAssocID="{92650FB9-F65E-40C9-8160-796D8EF0482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1400F5-D22D-D041-B166-7E8A4B8DA17D}" type="pres">
      <dgm:prSet presAssocID="{CC9F8EC5-E116-45E4-BBB0-44FCAA9C115B}" presName="spacer" presStyleCnt="0"/>
      <dgm:spPr/>
    </dgm:pt>
    <dgm:pt modelId="{B6118F97-8804-6B40-9286-335615D2AC06}" type="pres">
      <dgm:prSet presAssocID="{64A5A450-F106-42B4-9F9F-F0E165DCBD7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F7D7980-45AB-0D4B-9A46-A4F5063812D7}" type="pres">
      <dgm:prSet presAssocID="{B9718743-7DB5-49C2-9A95-B253B6D90B9B}" presName="spacer" presStyleCnt="0"/>
      <dgm:spPr/>
    </dgm:pt>
    <dgm:pt modelId="{C5FFF4F7-8345-3540-A24B-525C66E45B8A}" type="pres">
      <dgm:prSet presAssocID="{BC84705C-2B35-443D-B6F5-2AA459E8AC9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8F69721-E12B-3F44-9ECB-1DA49AF41258}" type="pres">
      <dgm:prSet presAssocID="{4E61DD5F-2BF6-4059-827F-53E0F0B9FF65}" presName="spacer" presStyleCnt="0"/>
      <dgm:spPr/>
    </dgm:pt>
    <dgm:pt modelId="{C7CA7298-E6CC-D447-AB84-536DA3831167}" type="pres">
      <dgm:prSet presAssocID="{A9D41396-2A77-44DB-AC27-956F8C71E1D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8892F1A-E99E-594C-A0C6-A37467ECCBE0}" type="presOf" srcId="{64A5A450-F106-42B4-9F9F-F0E165DCBD76}" destId="{B6118F97-8804-6B40-9286-335615D2AC06}" srcOrd="0" destOrd="0" presId="urn:microsoft.com/office/officeart/2005/8/layout/vList2"/>
    <dgm:cxn modelId="{B92EF625-C180-490D-80AA-ECE2CF9602E8}" srcId="{266E30FD-4CA4-49D7-A4B1-84B93E37C69D}" destId="{92650FB9-F65E-40C9-8160-796D8EF0482E}" srcOrd="0" destOrd="0" parTransId="{8FF64D61-B3B5-4C52-A112-CF725896A2A8}" sibTransId="{CC9F8EC5-E116-45E4-BBB0-44FCAA9C115B}"/>
    <dgm:cxn modelId="{DA8CCA2C-EA57-E648-92D7-7A03C876AFF3}" type="presOf" srcId="{A9D41396-2A77-44DB-AC27-956F8C71E1DB}" destId="{C7CA7298-E6CC-D447-AB84-536DA3831167}" srcOrd="0" destOrd="0" presId="urn:microsoft.com/office/officeart/2005/8/layout/vList2"/>
    <dgm:cxn modelId="{B8560F36-24AC-2047-811A-15FF8B188186}" type="presOf" srcId="{BC84705C-2B35-443D-B6F5-2AA459E8AC9D}" destId="{C5FFF4F7-8345-3540-A24B-525C66E45B8A}" srcOrd="0" destOrd="0" presId="urn:microsoft.com/office/officeart/2005/8/layout/vList2"/>
    <dgm:cxn modelId="{F4633F3B-4B59-834A-B0DA-5643D6E36440}" type="presOf" srcId="{92650FB9-F65E-40C9-8160-796D8EF0482E}" destId="{1F908FDA-9196-8040-894F-02370B55F5A2}" srcOrd="0" destOrd="0" presId="urn:microsoft.com/office/officeart/2005/8/layout/vList2"/>
    <dgm:cxn modelId="{1907DD4D-8A4F-5B46-8ACE-EE6692876E32}" type="presOf" srcId="{266E30FD-4CA4-49D7-A4B1-84B93E37C69D}" destId="{AAD6826C-CBEE-6548-A8FD-9081B9BBCD9D}" srcOrd="0" destOrd="0" presId="urn:microsoft.com/office/officeart/2005/8/layout/vList2"/>
    <dgm:cxn modelId="{A7A82F70-7AE5-41DB-895C-AA14195E00D2}" srcId="{266E30FD-4CA4-49D7-A4B1-84B93E37C69D}" destId="{BC84705C-2B35-443D-B6F5-2AA459E8AC9D}" srcOrd="2" destOrd="0" parTransId="{249A1D2A-CD50-49C3-8132-CBCC1D1D474B}" sibTransId="{4E61DD5F-2BF6-4059-827F-53E0F0B9FF65}"/>
    <dgm:cxn modelId="{576EAEC1-E8FC-42FE-8EB7-AB1E440A154C}" srcId="{266E30FD-4CA4-49D7-A4B1-84B93E37C69D}" destId="{A9D41396-2A77-44DB-AC27-956F8C71E1DB}" srcOrd="3" destOrd="0" parTransId="{ADB47B7F-7527-4501-B3F2-CF00FF8F8C2A}" sibTransId="{E6E37499-EA10-43DD-BAFF-FE74CDFA3E98}"/>
    <dgm:cxn modelId="{343CB2EC-4EC0-48E8-A944-F1DA0A19E3CF}" srcId="{266E30FD-4CA4-49D7-A4B1-84B93E37C69D}" destId="{64A5A450-F106-42B4-9F9F-F0E165DCBD76}" srcOrd="1" destOrd="0" parTransId="{B7ABDFA9-47F3-40BB-9AFC-55139A03E2DE}" sibTransId="{B9718743-7DB5-49C2-9A95-B253B6D90B9B}"/>
    <dgm:cxn modelId="{72A697C5-8FF1-204E-AAF1-B2B5B1B702E9}" type="presParOf" srcId="{AAD6826C-CBEE-6548-A8FD-9081B9BBCD9D}" destId="{1F908FDA-9196-8040-894F-02370B55F5A2}" srcOrd="0" destOrd="0" presId="urn:microsoft.com/office/officeart/2005/8/layout/vList2"/>
    <dgm:cxn modelId="{DC1408BF-114D-F342-8951-F51FE45B4681}" type="presParOf" srcId="{AAD6826C-CBEE-6548-A8FD-9081B9BBCD9D}" destId="{111400F5-D22D-D041-B166-7E8A4B8DA17D}" srcOrd="1" destOrd="0" presId="urn:microsoft.com/office/officeart/2005/8/layout/vList2"/>
    <dgm:cxn modelId="{BC2F4355-9D3A-0E4E-9B0C-846CAD6AC6B3}" type="presParOf" srcId="{AAD6826C-CBEE-6548-A8FD-9081B9BBCD9D}" destId="{B6118F97-8804-6B40-9286-335615D2AC06}" srcOrd="2" destOrd="0" presId="urn:microsoft.com/office/officeart/2005/8/layout/vList2"/>
    <dgm:cxn modelId="{7494A579-CE47-5E49-9D70-DCF543358258}" type="presParOf" srcId="{AAD6826C-CBEE-6548-A8FD-9081B9BBCD9D}" destId="{0F7D7980-45AB-0D4B-9A46-A4F5063812D7}" srcOrd="3" destOrd="0" presId="urn:microsoft.com/office/officeart/2005/8/layout/vList2"/>
    <dgm:cxn modelId="{2627F322-8F7E-A743-AAB0-A245667AF138}" type="presParOf" srcId="{AAD6826C-CBEE-6548-A8FD-9081B9BBCD9D}" destId="{C5FFF4F7-8345-3540-A24B-525C66E45B8A}" srcOrd="4" destOrd="0" presId="urn:microsoft.com/office/officeart/2005/8/layout/vList2"/>
    <dgm:cxn modelId="{725FCF93-E5D9-8649-9E3B-F4ADB61A6A24}" type="presParOf" srcId="{AAD6826C-CBEE-6548-A8FD-9081B9BBCD9D}" destId="{28F69721-E12B-3F44-9ECB-1DA49AF41258}" srcOrd="5" destOrd="0" presId="urn:microsoft.com/office/officeart/2005/8/layout/vList2"/>
    <dgm:cxn modelId="{C55EC3BE-A6AB-1348-85C4-804922528F7B}" type="presParOf" srcId="{AAD6826C-CBEE-6548-A8FD-9081B9BBCD9D}" destId="{C7CA7298-E6CC-D447-AB84-536DA383116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701DB13-E2F1-4920-A04E-B5DEE01058E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929A34-27AD-43E7-99F2-0492AFB94F6A}">
      <dgm:prSet/>
      <dgm:spPr/>
      <dgm:t>
        <a:bodyPr/>
        <a:lstStyle/>
        <a:p>
          <a:r>
            <a:rPr lang="en-US"/>
            <a:t>Which hospital serves the most patients?</a:t>
          </a:r>
        </a:p>
      </dgm:t>
    </dgm:pt>
    <dgm:pt modelId="{BF96F7A1-49C2-4B0C-A148-0EBA40D553BD}" type="parTrans" cxnId="{50FB7200-1530-4389-ACD1-E8C1CBF09B80}">
      <dgm:prSet/>
      <dgm:spPr/>
      <dgm:t>
        <a:bodyPr/>
        <a:lstStyle/>
        <a:p>
          <a:endParaRPr lang="en-US"/>
        </a:p>
      </dgm:t>
    </dgm:pt>
    <dgm:pt modelId="{5D051B92-C0B0-44CF-AA1F-5AFC924D5B8A}" type="sibTrans" cxnId="{50FB7200-1530-4389-ACD1-E8C1CBF09B80}">
      <dgm:prSet/>
      <dgm:spPr/>
      <dgm:t>
        <a:bodyPr/>
        <a:lstStyle/>
        <a:p>
          <a:endParaRPr lang="en-US"/>
        </a:p>
      </dgm:t>
    </dgm:pt>
    <dgm:pt modelId="{05870A64-F77F-43B7-A075-D52E3034FF54}">
      <dgm:prSet/>
      <dgm:spPr/>
      <dgm:t>
        <a:bodyPr/>
        <a:lstStyle/>
        <a:p>
          <a:r>
            <a:rPr lang="en-US"/>
            <a:t>Result: Manipal Hospitals in Bengaluru served the highest number of patients in the sample.</a:t>
          </a:r>
        </a:p>
      </dgm:t>
    </dgm:pt>
    <dgm:pt modelId="{14E53FD2-709D-4D93-91D5-B3B76AC2BF47}" type="parTrans" cxnId="{828809FC-33CC-4A99-8D6D-E8AAAB0AAFC4}">
      <dgm:prSet/>
      <dgm:spPr/>
      <dgm:t>
        <a:bodyPr/>
        <a:lstStyle/>
        <a:p>
          <a:endParaRPr lang="en-US"/>
        </a:p>
      </dgm:t>
    </dgm:pt>
    <dgm:pt modelId="{12ACA288-C3B2-4BBB-9026-46F409EE890E}" type="sibTrans" cxnId="{828809FC-33CC-4A99-8D6D-E8AAAB0AAFC4}">
      <dgm:prSet/>
      <dgm:spPr/>
      <dgm:t>
        <a:bodyPr/>
        <a:lstStyle/>
        <a:p>
          <a:endParaRPr lang="en-US"/>
        </a:p>
      </dgm:t>
    </dgm:pt>
    <dgm:pt modelId="{D9BFD1AC-E408-4F37-82EB-A2A8B98D0F6F}">
      <dgm:prSet/>
      <dgm:spPr/>
      <dgm:t>
        <a:bodyPr/>
        <a:lstStyle/>
        <a:p>
          <a:r>
            <a:rPr lang="en-US"/>
            <a:t>Business meaning: This hospital is a key partner and a heavy user of the network.</a:t>
          </a:r>
        </a:p>
      </dgm:t>
    </dgm:pt>
    <dgm:pt modelId="{A0246B0F-2D65-404C-8BF9-10BF98F5E238}" type="parTrans" cxnId="{3818B2F0-0047-4BC1-9279-5652856BAC97}">
      <dgm:prSet/>
      <dgm:spPr/>
      <dgm:t>
        <a:bodyPr/>
        <a:lstStyle/>
        <a:p>
          <a:endParaRPr lang="en-US"/>
        </a:p>
      </dgm:t>
    </dgm:pt>
    <dgm:pt modelId="{EB269655-0F64-43AF-B9BE-ADD3CE4F2C60}" type="sibTrans" cxnId="{3818B2F0-0047-4BC1-9279-5652856BAC97}">
      <dgm:prSet/>
      <dgm:spPr/>
      <dgm:t>
        <a:bodyPr/>
        <a:lstStyle/>
        <a:p>
          <a:endParaRPr lang="en-US"/>
        </a:p>
      </dgm:t>
    </dgm:pt>
    <dgm:pt modelId="{72491536-67EC-46BD-9DC2-48572E5922DF}">
      <dgm:prSet/>
      <dgm:spPr/>
      <dgm:t>
        <a:bodyPr/>
        <a:lstStyle/>
        <a:p>
          <a:r>
            <a:rPr lang="en-US"/>
            <a:t>Possible action: Strengthen relationships and negotiate better rates or services.</a:t>
          </a:r>
        </a:p>
      </dgm:t>
    </dgm:pt>
    <dgm:pt modelId="{71724A08-113E-4BCA-A689-D412F2EE7F39}" type="parTrans" cxnId="{ECE881F6-DC45-497A-BB92-95E90657C439}">
      <dgm:prSet/>
      <dgm:spPr/>
      <dgm:t>
        <a:bodyPr/>
        <a:lstStyle/>
        <a:p>
          <a:endParaRPr lang="en-US"/>
        </a:p>
      </dgm:t>
    </dgm:pt>
    <dgm:pt modelId="{1ABC3F41-4314-4D96-AA28-00CD7ABB3061}" type="sibTrans" cxnId="{ECE881F6-DC45-497A-BB92-95E90657C439}">
      <dgm:prSet/>
      <dgm:spPr/>
      <dgm:t>
        <a:bodyPr/>
        <a:lstStyle/>
        <a:p>
          <a:endParaRPr lang="en-US"/>
        </a:p>
      </dgm:t>
    </dgm:pt>
    <dgm:pt modelId="{171D661B-E2AC-4F4E-8671-CF52F7D727BD}" type="pres">
      <dgm:prSet presAssocID="{3701DB13-E2F1-4920-A04E-B5DEE01058EA}" presName="linear" presStyleCnt="0">
        <dgm:presLayoutVars>
          <dgm:animLvl val="lvl"/>
          <dgm:resizeHandles val="exact"/>
        </dgm:presLayoutVars>
      </dgm:prSet>
      <dgm:spPr/>
    </dgm:pt>
    <dgm:pt modelId="{F34C7ADC-EE0D-4440-AB44-459274464EDC}" type="pres">
      <dgm:prSet presAssocID="{4D929A34-27AD-43E7-99F2-0492AFB94F6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7B64820-A2D2-2B44-97C3-125B073ED868}" type="pres">
      <dgm:prSet presAssocID="{5D051B92-C0B0-44CF-AA1F-5AFC924D5B8A}" presName="spacer" presStyleCnt="0"/>
      <dgm:spPr/>
    </dgm:pt>
    <dgm:pt modelId="{C1BF2A9A-9E1C-5749-A37E-AEBC6C838527}" type="pres">
      <dgm:prSet presAssocID="{05870A64-F77F-43B7-A075-D52E3034FF5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4D7FF8A-0FB7-CF40-A992-55D674A70014}" type="pres">
      <dgm:prSet presAssocID="{12ACA288-C3B2-4BBB-9026-46F409EE890E}" presName="spacer" presStyleCnt="0"/>
      <dgm:spPr/>
    </dgm:pt>
    <dgm:pt modelId="{96BF4444-9359-304E-BD1C-CF0122726694}" type="pres">
      <dgm:prSet presAssocID="{D9BFD1AC-E408-4F37-82EB-A2A8B98D0F6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C4FF862-ECF6-4647-8BEB-7D7BDC1724B2}" type="pres">
      <dgm:prSet presAssocID="{EB269655-0F64-43AF-B9BE-ADD3CE4F2C60}" presName="spacer" presStyleCnt="0"/>
      <dgm:spPr/>
    </dgm:pt>
    <dgm:pt modelId="{D9477843-BBA1-924B-83C9-ACFE26315866}" type="pres">
      <dgm:prSet presAssocID="{72491536-67EC-46BD-9DC2-48572E5922D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0FB7200-1530-4389-ACD1-E8C1CBF09B80}" srcId="{3701DB13-E2F1-4920-A04E-B5DEE01058EA}" destId="{4D929A34-27AD-43E7-99F2-0492AFB94F6A}" srcOrd="0" destOrd="0" parTransId="{BF96F7A1-49C2-4B0C-A148-0EBA40D553BD}" sibTransId="{5D051B92-C0B0-44CF-AA1F-5AFC924D5B8A}"/>
    <dgm:cxn modelId="{24158C1F-F362-0A46-9C85-1FD170911761}" type="presOf" srcId="{D9BFD1AC-E408-4F37-82EB-A2A8B98D0F6F}" destId="{96BF4444-9359-304E-BD1C-CF0122726694}" srcOrd="0" destOrd="0" presId="urn:microsoft.com/office/officeart/2005/8/layout/vList2"/>
    <dgm:cxn modelId="{0D7DB745-D05B-0B4D-86AD-04F5060DF966}" type="presOf" srcId="{3701DB13-E2F1-4920-A04E-B5DEE01058EA}" destId="{171D661B-E2AC-4F4E-8671-CF52F7D727BD}" srcOrd="0" destOrd="0" presId="urn:microsoft.com/office/officeart/2005/8/layout/vList2"/>
    <dgm:cxn modelId="{4E33A8A4-34AB-FA42-8C08-0C4A6F2C0561}" type="presOf" srcId="{4D929A34-27AD-43E7-99F2-0492AFB94F6A}" destId="{F34C7ADC-EE0D-4440-AB44-459274464EDC}" srcOrd="0" destOrd="0" presId="urn:microsoft.com/office/officeart/2005/8/layout/vList2"/>
    <dgm:cxn modelId="{6BE9ECEB-2972-AF49-9EE8-BF5514B382E1}" type="presOf" srcId="{05870A64-F77F-43B7-A075-D52E3034FF54}" destId="{C1BF2A9A-9E1C-5749-A37E-AEBC6C838527}" srcOrd="0" destOrd="0" presId="urn:microsoft.com/office/officeart/2005/8/layout/vList2"/>
    <dgm:cxn modelId="{6F25D6ED-456D-FA4E-BF78-52160F453B9A}" type="presOf" srcId="{72491536-67EC-46BD-9DC2-48572E5922DF}" destId="{D9477843-BBA1-924B-83C9-ACFE26315866}" srcOrd="0" destOrd="0" presId="urn:microsoft.com/office/officeart/2005/8/layout/vList2"/>
    <dgm:cxn modelId="{3818B2F0-0047-4BC1-9279-5652856BAC97}" srcId="{3701DB13-E2F1-4920-A04E-B5DEE01058EA}" destId="{D9BFD1AC-E408-4F37-82EB-A2A8B98D0F6F}" srcOrd="2" destOrd="0" parTransId="{A0246B0F-2D65-404C-8BF9-10BF98F5E238}" sibTransId="{EB269655-0F64-43AF-B9BE-ADD3CE4F2C60}"/>
    <dgm:cxn modelId="{ECE881F6-DC45-497A-BB92-95E90657C439}" srcId="{3701DB13-E2F1-4920-A04E-B5DEE01058EA}" destId="{72491536-67EC-46BD-9DC2-48572E5922DF}" srcOrd="3" destOrd="0" parTransId="{71724A08-113E-4BCA-A689-D412F2EE7F39}" sibTransId="{1ABC3F41-4314-4D96-AA28-00CD7ABB3061}"/>
    <dgm:cxn modelId="{828809FC-33CC-4A99-8D6D-E8AAAB0AAFC4}" srcId="{3701DB13-E2F1-4920-A04E-B5DEE01058EA}" destId="{05870A64-F77F-43B7-A075-D52E3034FF54}" srcOrd="1" destOrd="0" parTransId="{14E53FD2-709D-4D93-91D5-B3B76AC2BF47}" sibTransId="{12ACA288-C3B2-4BBB-9026-46F409EE890E}"/>
    <dgm:cxn modelId="{73BEF2E6-922C-034D-B059-F45B55F00154}" type="presParOf" srcId="{171D661B-E2AC-4F4E-8671-CF52F7D727BD}" destId="{F34C7ADC-EE0D-4440-AB44-459274464EDC}" srcOrd="0" destOrd="0" presId="urn:microsoft.com/office/officeart/2005/8/layout/vList2"/>
    <dgm:cxn modelId="{A96CB3C4-404C-D244-8E2D-A1C247736A10}" type="presParOf" srcId="{171D661B-E2AC-4F4E-8671-CF52F7D727BD}" destId="{57B64820-A2D2-2B44-97C3-125B073ED868}" srcOrd="1" destOrd="0" presId="urn:microsoft.com/office/officeart/2005/8/layout/vList2"/>
    <dgm:cxn modelId="{1C9D2D9A-09E3-F84D-BB0E-07FDBF4C9C29}" type="presParOf" srcId="{171D661B-E2AC-4F4E-8671-CF52F7D727BD}" destId="{C1BF2A9A-9E1C-5749-A37E-AEBC6C838527}" srcOrd="2" destOrd="0" presId="urn:microsoft.com/office/officeart/2005/8/layout/vList2"/>
    <dgm:cxn modelId="{6E309365-2C48-DF42-9F5A-C97CF39E8D6B}" type="presParOf" srcId="{171D661B-E2AC-4F4E-8671-CF52F7D727BD}" destId="{D4D7FF8A-0FB7-CF40-A992-55D674A70014}" srcOrd="3" destOrd="0" presId="urn:microsoft.com/office/officeart/2005/8/layout/vList2"/>
    <dgm:cxn modelId="{1037C726-44A2-834F-B18D-81E5B48885EB}" type="presParOf" srcId="{171D661B-E2AC-4F4E-8671-CF52F7D727BD}" destId="{96BF4444-9359-304E-BD1C-CF0122726694}" srcOrd="4" destOrd="0" presId="urn:microsoft.com/office/officeart/2005/8/layout/vList2"/>
    <dgm:cxn modelId="{BBB1D3CE-89E0-DF43-905E-24222F20D402}" type="presParOf" srcId="{171D661B-E2AC-4F4E-8671-CF52F7D727BD}" destId="{1C4FF862-ECF6-4647-8BEB-7D7BDC1724B2}" srcOrd="5" destOrd="0" presId="urn:microsoft.com/office/officeart/2005/8/layout/vList2"/>
    <dgm:cxn modelId="{196532ED-6360-9B4D-AD05-89C26BD98269}" type="presParOf" srcId="{171D661B-E2AC-4F4E-8671-CF52F7D727BD}" destId="{D9477843-BBA1-924B-83C9-ACFE2631586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CA92510-FBE6-4249-9212-1AD1BDE6EBB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8813DBE-64F5-46E6-8206-4D487EAE2FC3}">
      <dgm:prSet/>
      <dgm:spPr/>
      <dgm:t>
        <a:bodyPr/>
        <a:lstStyle/>
        <a:p>
          <a:r>
            <a:rPr lang="en-US"/>
            <a:t>Which insurance sub‑products (subgroups) are most popular?</a:t>
          </a:r>
        </a:p>
      </dgm:t>
    </dgm:pt>
    <dgm:pt modelId="{D452754C-2A00-465F-BB37-091B2089F689}" type="parTrans" cxnId="{F5F89DE1-AABA-4266-80FC-678A7CA584B3}">
      <dgm:prSet/>
      <dgm:spPr/>
      <dgm:t>
        <a:bodyPr/>
        <a:lstStyle/>
        <a:p>
          <a:endParaRPr lang="en-US"/>
        </a:p>
      </dgm:t>
    </dgm:pt>
    <dgm:pt modelId="{275B7A85-D1BA-49EB-B5EA-94A5F17CC358}" type="sibTrans" cxnId="{F5F89DE1-AABA-4266-80FC-678A7CA584B3}">
      <dgm:prSet/>
      <dgm:spPr/>
      <dgm:t>
        <a:bodyPr/>
        <a:lstStyle/>
        <a:p>
          <a:endParaRPr lang="en-US"/>
        </a:p>
      </dgm:t>
    </dgm:pt>
    <dgm:pt modelId="{CC6FC1A6-3F3B-40A8-9798-6C18A88586DC}">
      <dgm:prSet/>
      <dgm:spPr/>
      <dgm:t>
        <a:bodyPr/>
        <a:lstStyle/>
        <a:p>
          <a:r>
            <a:rPr lang="en-US"/>
            <a:t>Result: The ‘Therapy’ subgroup is chosen most often.</a:t>
          </a:r>
        </a:p>
      </dgm:t>
    </dgm:pt>
    <dgm:pt modelId="{EE311586-6CA9-4137-B9D6-0F53C0F92444}" type="parTrans" cxnId="{B8797999-0D43-4761-9B54-1F6579175C20}">
      <dgm:prSet/>
      <dgm:spPr/>
      <dgm:t>
        <a:bodyPr/>
        <a:lstStyle/>
        <a:p>
          <a:endParaRPr lang="en-US"/>
        </a:p>
      </dgm:t>
    </dgm:pt>
    <dgm:pt modelId="{E1986E23-CAD9-4427-96E2-938EF9607076}" type="sibTrans" cxnId="{B8797999-0D43-4761-9B54-1F6579175C20}">
      <dgm:prSet/>
      <dgm:spPr/>
      <dgm:t>
        <a:bodyPr/>
        <a:lstStyle/>
        <a:p>
          <a:endParaRPr lang="en-US"/>
        </a:p>
      </dgm:t>
    </dgm:pt>
    <dgm:pt modelId="{A5A4AAEE-9D08-4F79-BF45-48C459973B42}">
      <dgm:prSet/>
      <dgm:spPr/>
      <dgm:t>
        <a:bodyPr/>
        <a:lstStyle/>
        <a:p>
          <a:r>
            <a:rPr lang="en-US"/>
            <a:t>Private insurance groups are more popular than government groups.</a:t>
          </a:r>
        </a:p>
      </dgm:t>
    </dgm:pt>
    <dgm:pt modelId="{3BBD328F-FB5D-4198-92FC-AECB9B770D1B}" type="parTrans" cxnId="{5DC19258-D96D-49C5-B489-817007C1502A}">
      <dgm:prSet/>
      <dgm:spPr/>
      <dgm:t>
        <a:bodyPr/>
        <a:lstStyle/>
        <a:p>
          <a:endParaRPr lang="en-US"/>
        </a:p>
      </dgm:t>
    </dgm:pt>
    <dgm:pt modelId="{287E721D-A635-49E8-9A10-D6B73712BE9F}" type="sibTrans" cxnId="{5DC19258-D96D-49C5-B489-817007C1502A}">
      <dgm:prSet/>
      <dgm:spPr/>
      <dgm:t>
        <a:bodyPr/>
        <a:lstStyle/>
        <a:p>
          <a:endParaRPr lang="en-US"/>
        </a:p>
      </dgm:t>
    </dgm:pt>
    <dgm:pt modelId="{1146454E-6B77-4CA5-986A-4CAC571495B7}">
      <dgm:prSet/>
      <dgm:spPr/>
      <dgm:t>
        <a:bodyPr/>
        <a:lstStyle/>
        <a:p>
          <a:r>
            <a:rPr lang="en-US"/>
            <a:t>Possible action: Focus marketing around high‑demand products and related add‑ons.</a:t>
          </a:r>
        </a:p>
      </dgm:t>
    </dgm:pt>
    <dgm:pt modelId="{442C719B-5030-4CBE-9EB3-17EA6FF5DAA8}" type="parTrans" cxnId="{A9B2384A-B220-43D6-AC7E-4A104002F1DC}">
      <dgm:prSet/>
      <dgm:spPr/>
      <dgm:t>
        <a:bodyPr/>
        <a:lstStyle/>
        <a:p>
          <a:endParaRPr lang="en-US"/>
        </a:p>
      </dgm:t>
    </dgm:pt>
    <dgm:pt modelId="{1C7548B9-B8A6-4301-90A2-8F5A3F59DF74}" type="sibTrans" cxnId="{A9B2384A-B220-43D6-AC7E-4A104002F1DC}">
      <dgm:prSet/>
      <dgm:spPr/>
      <dgm:t>
        <a:bodyPr/>
        <a:lstStyle/>
        <a:p>
          <a:endParaRPr lang="en-US"/>
        </a:p>
      </dgm:t>
    </dgm:pt>
    <dgm:pt modelId="{AD275074-2FAC-4202-8453-EAE15065DA17}" type="pres">
      <dgm:prSet presAssocID="{0CA92510-FBE6-4249-9212-1AD1BDE6EBB3}" presName="root" presStyleCnt="0">
        <dgm:presLayoutVars>
          <dgm:dir/>
          <dgm:resizeHandles val="exact"/>
        </dgm:presLayoutVars>
      </dgm:prSet>
      <dgm:spPr/>
    </dgm:pt>
    <dgm:pt modelId="{544EFE27-4215-4D55-BF3B-EF0B96925C51}" type="pres">
      <dgm:prSet presAssocID="{48813DBE-64F5-46E6-8206-4D487EAE2FC3}" presName="compNode" presStyleCnt="0"/>
      <dgm:spPr/>
    </dgm:pt>
    <dgm:pt modelId="{8023DA8F-EDD7-4051-99BC-5B5D84C33B6C}" type="pres">
      <dgm:prSet presAssocID="{48813DBE-64F5-46E6-8206-4D487EAE2FC3}" presName="bgRect" presStyleLbl="bgShp" presStyleIdx="0" presStyleCnt="4"/>
      <dgm:spPr/>
    </dgm:pt>
    <dgm:pt modelId="{A2AF22EE-C1E1-4EE1-9A9D-1451221985D1}" type="pres">
      <dgm:prSet presAssocID="{48813DBE-64F5-46E6-8206-4D487EAE2F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7603811-0498-4C0C-8565-5EDD2597ACBF}" type="pres">
      <dgm:prSet presAssocID="{48813DBE-64F5-46E6-8206-4D487EAE2FC3}" presName="spaceRect" presStyleCnt="0"/>
      <dgm:spPr/>
    </dgm:pt>
    <dgm:pt modelId="{2D4E3EDF-93E0-4209-8238-705280FA9E82}" type="pres">
      <dgm:prSet presAssocID="{48813DBE-64F5-46E6-8206-4D487EAE2FC3}" presName="parTx" presStyleLbl="revTx" presStyleIdx="0" presStyleCnt="4">
        <dgm:presLayoutVars>
          <dgm:chMax val="0"/>
          <dgm:chPref val="0"/>
        </dgm:presLayoutVars>
      </dgm:prSet>
      <dgm:spPr/>
    </dgm:pt>
    <dgm:pt modelId="{47A11008-C965-40EA-ACFB-D664C1F9D661}" type="pres">
      <dgm:prSet presAssocID="{275B7A85-D1BA-49EB-B5EA-94A5F17CC358}" presName="sibTrans" presStyleCnt="0"/>
      <dgm:spPr/>
    </dgm:pt>
    <dgm:pt modelId="{33CB9F9D-CC09-4250-AAF7-DD7FBFE28572}" type="pres">
      <dgm:prSet presAssocID="{CC6FC1A6-3F3B-40A8-9798-6C18A88586DC}" presName="compNode" presStyleCnt="0"/>
      <dgm:spPr/>
    </dgm:pt>
    <dgm:pt modelId="{B7CCE729-1250-4A90-B12F-DA772E477181}" type="pres">
      <dgm:prSet presAssocID="{CC6FC1A6-3F3B-40A8-9798-6C18A88586DC}" presName="bgRect" presStyleLbl="bgShp" presStyleIdx="1" presStyleCnt="4"/>
      <dgm:spPr/>
    </dgm:pt>
    <dgm:pt modelId="{404C3B01-C2E6-40AB-945A-2A3CDABC6632}" type="pres">
      <dgm:prSet presAssocID="{CC6FC1A6-3F3B-40A8-9798-6C18A88586D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0E199617-4DC2-4140-BBAB-7BEE0542391D}" type="pres">
      <dgm:prSet presAssocID="{CC6FC1A6-3F3B-40A8-9798-6C18A88586DC}" presName="spaceRect" presStyleCnt="0"/>
      <dgm:spPr/>
    </dgm:pt>
    <dgm:pt modelId="{4AEF7A2C-96E7-479B-BFF5-816C586E1018}" type="pres">
      <dgm:prSet presAssocID="{CC6FC1A6-3F3B-40A8-9798-6C18A88586DC}" presName="parTx" presStyleLbl="revTx" presStyleIdx="1" presStyleCnt="4">
        <dgm:presLayoutVars>
          <dgm:chMax val="0"/>
          <dgm:chPref val="0"/>
        </dgm:presLayoutVars>
      </dgm:prSet>
      <dgm:spPr/>
    </dgm:pt>
    <dgm:pt modelId="{277E5DC3-9296-4D80-83EA-B3F7C6D77C8E}" type="pres">
      <dgm:prSet presAssocID="{E1986E23-CAD9-4427-96E2-938EF9607076}" presName="sibTrans" presStyleCnt="0"/>
      <dgm:spPr/>
    </dgm:pt>
    <dgm:pt modelId="{5DBF2E75-CF65-45E9-93FB-39C492EEBED4}" type="pres">
      <dgm:prSet presAssocID="{A5A4AAEE-9D08-4F79-BF45-48C459973B42}" presName="compNode" presStyleCnt="0"/>
      <dgm:spPr/>
    </dgm:pt>
    <dgm:pt modelId="{BADE8059-BEEC-4193-B67A-A2E607E37EFE}" type="pres">
      <dgm:prSet presAssocID="{A5A4AAEE-9D08-4F79-BF45-48C459973B42}" presName="bgRect" presStyleLbl="bgShp" presStyleIdx="2" presStyleCnt="4"/>
      <dgm:spPr/>
    </dgm:pt>
    <dgm:pt modelId="{2877AA03-97BB-4E57-A497-CC3689B91FCE}" type="pres">
      <dgm:prSet presAssocID="{A5A4AAEE-9D08-4F79-BF45-48C459973B4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455B0A1A-8BC1-4D1D-9D47-92A12BCA6BCA}" type="pres">
      <dgm:prSet presAssocID="{A5A4AAEE-9D08-4F79-BF45-48C459973B42}" presName="spaceRect" presStyleCnt="0"/>
      <dgm:spPr/>
    </dgm:pt>
    <dgm:pt modelId="{EFD2C7E3-8AB0-49FC-A8BD-1AD2A3C698EF}" type="pres">
      <dgm:prSet presAssocID="{A5A4AAEE-9D08-4F79-BF45-48C459973B42}" presName="parTx" presStyleLbl="revTx" presStyleIdx="2" presStyleCnt="4">
        <dgm:presLayoutVars>
          <dgm:chMax val="0"/>
          <dgm:chPref val="0"/>
        </dgm:presLayoutVars>
      </dgm:prSet>
      <dgm:spPr/>
    </dgm:pt>
    <dgm:pt modelId="{C94058E3-508B-472F-A09C-A78CABA0919D}" type="pres">
      <dgm:prSet presAssocID="{287E721D-A635-49E8-9A10-D6B73712BE9F}" presName="sibTrans" presStyleCnt="0"/>
      <dgm:spPr/>
    </dgm:pt>
    <dgm:pt modelId="{CABB1135-4AA9-4F93-9FA1-4797EEABB289}" type="pres">
      <dgm:prSet presAssocID="{1146454E-6B77-4CA5-986A-4CAC571495B7}" presName="compNode" presStyleCnt="0"/>
      <dgm:spPr/>
    </dgm:pt>
    <dgm:pt modelId="{93B8D524-AFBB-4E46-B175-5509FA158949}" type="pres">
      <dgm:prSet presAssocID="{1146454E-6B77-4CA5-986A-4CAC571495B7}" presName="bgRect" presStyleLbl="bgShp" presStyleIdx="3" presStyleCnt="4"/>
      <dgm:spPr/>
    </dgm:pt>
    <dgm:pt modelId="{AF241609-AE50-478E-80FB-B66E98973985}" type="pres">
      <dgm:prSet presAssocID="{1146454E-6B77-4CA5-986A-4CAC571495B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AEA22756-1A6C-4D5C-820A-E12ECE6B88D9}" type="pres">
      <dgm:prSet presAssocID="{1146454E-6B77-4CA5-986A-4CAC571495B7}" presName="spaceRect" presStyleCnt="0"/>
      <dgm:spPr/>
    </dgm:pt>
    <dgm:pt modelId="{27C43351-AEFB-41E8-9AD4-AF691D62F798}" type="pres">
      <dgm:prSet presAssocID="{1146454E-6B77-4CA5-986A-4CAC571495B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0982507-8F93-440F-8D47-D63FCCAE3607}" type="presOf" srcId="{1146454E-6B77-4CA5-986A-4CAC571495B7}" destId="{27C43351-AEFB-41E8-9AD4-AF691D62F798}" srcOrd="0" destOrd="0" presId="urn:microsoft.com/office/officeart/2018/2/layout/IconVerticalSolidList"/>
    <dgm:cxn modelId="{C6294B14-DEBB-4608-8872-F916D95F678E}" type="presOf" srcId="{48813DBE-64F5-46E6-8206-4D487EAE2FC3}" destId="{2D4E3EDF-93E0-4209-8238-705280FA9E82}" srcOrd="0" destOrd="0" presId="urn:microsoft.com/office/officeart/2018/2/layout/IconVerticalSolidList"/>
    <dgm:cxn modelId="{A9B2384A-B220-43D6-AC7E-4A104002F1DC}" srcId="{0CA92510-FBE6-4249-9212-1AD1BDE6EBB3}" destId="{1146454E-6B77-4CA5-986A-4CAC571495B7}" srcOrd="3" destOrd="0" parTransId="{442C719B-5030-4CBE-9EB3-17EA6FF5DAA8}" sibTransId="{1C7548B9-B8A6-4301-90A2-8F5A3F59DF74}"/>
    <dgm:cxn modelId="{5DC19258-D96D-49C5-B489-817007C1502A}" srcId="{0CA92510-FBE6-4249-9212-1AD1BDE6EBB3}" destId="{A5A4AAEE-9D08-4F79-BF45-48C459973B42}" srcOrd="2" destOrd="0" parTransId="{3BBD328F-FB5D-4198-92FC-AECB9B770D1B}" sibTransId="{287E721D-A635-49E8-9A10-D6B73712BE9F}"/>
    <dgm:cxn modelId="{C24F5567-64E9-4ED3-A9A5-2DCDCC1E57F4}" type="presOf" srcId="{A5A4AAEE-9D08-4F79-BF45-48C459973B42}" destId="{EFD2C7E3-8AB0-49FC-A8BD-1AD2A3C698EF}" srcOrd="0" destOrd="0" presId="urn:microsoft.com/office/officeart/2018/2/layout/IconVerticalSolidList"/>
    <dgm:cxn modelId="{0360726D-9CDB-45AB-AC4B-BA066E61170A}" type="presOf" srcId="{0CA92510-FBE6-4249-9212-1AD1BDE6EBB3}" destId="{AD275074-2FAC-4202-8453-EAE15065DA17}" srcOrd="0" destOrd="0" presId="urn:microsoft.com/office/officeart/2018/2/layout/IconVerticalSolidList"/>
    <dgm:cxn modelId="{B8797999-0D43-4761-9B54-1F6579175C20}" srcId="{0CA92510-FBE6-4249-9212-1AD1BDE6EBB3}" destId="{CC6FC1A6-3F3B-40A8-9798-6C18A88586DC}" srcOrd="1" destOrd="0" parTransId="{EE311586-6CA9-4137-B9D6-0F53C0F92444}" sibTransId="{E1986E23-CAD9-4427-96E2-938EF9607076}"/>
    <dgm:cxn modelId="{E55F20E1-36C1-4FFB-B8AE-D9F69BE9BCE6}" type="presOf" srcId="{CC6FC1A6-3F3B-40A8-9798-6C18A88586DC}" destId="{4AEF7A2C-96E7-479B-BFF5-816C586E1018}" srcOrd="0" destOrd="0" presId="urn:microsoft.com/office/officeart/2018/2/layout/IconVerticalSolidList"/>
    <dgm:cxn modelId="{F5F89DE1-AABA-4266-80FC-678A7CA584B3}" srcId="{0CA92510-FBE6-4249-9212-1AD1BDE6EBB3}" destId="{48813DBE-64F5-46E6-8206-4D487EAE2FC3}" srcOrd="0" destOrd="0" parTransId="{D452754C-2A00-465F-BB37-091B2089F689}" sibTransId="{275B7A85-D1BA-49EB-B5EA-94A5F17CC358}"/>
    <dgm:cxn modelId="{89832554-D0FB-4015-BB02-FA423CA585E5}" type="presParOf" srcId="{AD275074-2FAC-4202-8453-EAE15065DA17}" destId="{544EFE27-4215-4D55-BF3B-EF0B96925C51}" srcOrd="0" destOrd="0" presId="urn:microsoft.com/office/officeart/2018/2/layout/IconVerticalSolidList"/>
    <dgm:cxn modelId="{A008A440-CCEE-4BCF-8EE2-F201342FB315}" type="presParOf" srcId="{544EFE27-4215-4D55-BF3B-EF0B96925C51}" destId="{8023DA8F-EDD7-4051-99BC-5B5D84C33B6C}" srcOrd="0" destOrd="0" presId="urn:microsoft.com/office/officeart/2018/2/layout/IconVerticalSolidList"/>
    <dgm:cxn modelId="{F1D1AA13-4AA9-4E6C-A47D-B6F135CBC3ED}" type="presParOf" srcId="{544EFE27-4215-4D55-BF3B-EF0B96925C51}" destId="{A2AF22EE-C1E1-4EE1-9A9D-1451221985D1}" srcOrd="1" destOrd="0" presId="urn:microsoft.com/office/officeart/2018/2/layout/IconVerticalSolidList"/>
    <dgm:cxn modelId="{8D69814E-42EE-4515-BCE8-EF32150E5A89}" type="presParOf" srcId="{544EFE27-4215-4D55-BF3B-EF0B96925C51}" destId="{97603811-0498-4C0C-8565-5EDD2597ACBF}" srcOrd="2" destOrd="0" presId="urn:microsoft.com/office/officeart/2018/2/layout/IconVerticalSolidList"/>
    <dgm:cxn modelId="{83886D4B-F36E-42A4-8241-FCD576CEEEE7}" type="presParOf" srcId="{544EFE27-4215-4D55-BF3B-EF0B96925C51}" destId="{2D4E3EDF-93E0-4209-8238-705280FA9E82}" srcOrd="3" destOrd="0" presId="urn:microsoft.com/office/officeart/2018/2/layout/IconVerticalSolidList"/>
    <dgm:cxn modelId="{9B470ACA-D247-467F-A946-E83398BB7ED2}" type="presParOf" srcId="{AD275074-2FAC-4202-8453-EAE15065DA17}" destId="{47A11008-C965-40EA-ACFB-D664C1F9D661}" srcOrd="1" destOrd="0" presId="urn:microsoft.com/office/officeart/2018/2/layout/IconVerticalSolidList"/>
    <dgm:cxn modelId="{B9FED0A8-AE45-4FE0-82B7-6B13A23FC75E}" type="presParOf" srcId="{AD275074-2FAC-4202-8453-EAE15065DA17}" destId="{33CB9F9D-CC09-4250-AAF7-DD7FBFE28572}" srcOrd="2" destOrd="0" presId="urn:microsoft.com/office/officeart/2018/2/layout/IconVerticalSolidList"/>
    <dgm:cxn modelId="{C67B518C-AF2D-4A37-87BC-9BBC0667A110}" type="presParOf" srcId="{33CB9F9D-CC09-4250-AAF7-DD7FBFE28572}" destId="{B7CCE729-1250-4A90-B12F-DA772E477181}" srcOrd="0" destOrd="0" presId="urn:microsoft.com/office/officeart/2018/2/layout/IconVerticalSolidList"/>
    <dgm:cxn modelId="{E235FA3D-4E47-4F28-8A57-E0B42973A576}" type="presParOf" srcId="{33CB9F9D-CC09-4250-AAF7-DD7FBFE28572}" destId="{404C3B01-C2E6-40AB-945A-2A3CDABC6632}" srcOrd="1" destOrd="0" presId="urn:microsoft.com/office/officeart/2018/2/layout/IconVerticalSolidList"/>
    <dgm:cxn modelId="{33C72AA1-FCF6-41B1-BD7B-06252B926ACB}" type="presParOf" srcId="{33CB9F9D-CC09-4250-AAF7-DD7FBFE28572}" destId="{0E199617-4DC2-4140-BBAB-7BEE0542391D}" srcOrd="2" destOrd="0" presId="urn:microsoft.com/office/officeart/2018/2/layout/IconVerticalSolidList"/>
    <dgm:cxn modelId="{4730ACD1-DD4D-41AF-ABA6-CA67618EB9EA}" type="presParOf" srcId="{33CB9F9D-CC09-4250-AAF7-DD7FBFE28572}" destId="{4AEF7A2C-96E7-479B-BFF5-816C586E1018}" srcOrd="3" destOrd="0" presId="urn:microsoft.com/office/officeart/2018/2/layout/IconVerticalSolidList"/>
    <dgm:cxn modelId="{149633F9-5491-4878-A115-8D0AC13A96AA}" type="presParOf" srcId="{AD275074-2FAC-4202-8453-EAE15065DA17}" destId="{277E5DC3-9296-4D80-83EA-B3F7C6D77C8E}" srcOrd="3" destOrd="0" presId="urn:microsoft.com/office/officeart/2018/2/layout/IconVerticalSolidList"/>
    <dgm:cxn modelId="{644B049F-536F-4423-944C-443FB6FA72A6}" type="presParOf" srcId="{AD275074-2FAC-4202-8453-EAE15065DA17}" destId="{5DBF2E75-CF65-45E9-93FB-39C492EEBED4}" srcOrd="4" destOrd="0" presId="urn:microsoft.com/office/officeart/2018/2/layout/IconVerticalSolidList"/>
    <dgm:cxn modelId="{3A7D6EC0-228F-4364-9C81-AF0AC2ACEC73}" type="presParOf" srcId="{5DBF2E75-CF65-45E9-93FB-39C492EEBED4}" destId="{BADE8059-BEEC-4193-B67A-A2E607E37EFE}" srcOrd="0" destOrd="0" presId="urn:microsoft.com/office/officeart/2018/2/layout/IconVerticalSolidList"/>
    <dgm:cxn modelId="{ACA96B96-FFB7-423B-8711-6FC0C1C65B9E}" type="presParOf" srcId="{5DBF2E75-CF65-45E9-93FB-39C492EEBED4}" destId="{2877AA03-97BB-4E57-A497-CC3689B91FCE}" srcOrd="1" destOrd="0" presId="urn:microsoft.com/office/officeart/2018/2/layout/IconVerticalSolidList"/>
    <dgm:cxn modelId="{42ACBF10-C422-41FD-BFF6-94D32D2647EF}" type="presParOf" srcId="{5DBF2E75-CF65-45E9-93FB-39C492EEBED4}" destId="{455B0A1A-8BC1-4D1D-9D47-92A12BCA6BCA}" srcOrd="2" destOrd="0" presId="urn:microsoft.com/office/officeart/2018/2/layout/IconVerticalSolidList"/>
    <dgm:cxn modelId="{E5A5D965-CE16-4611-BA58-2BD84661A46F}" type="presParOf" srcId="{5DBF2E75-CF65-45E9-93FB-39C492EEBED4}" destId="{EFD2C7E3-8AB0-49FC-A8BD-1AD2A3C698EF}" srcOrd="3" destOrd="0" presId="urn:microsoft.com/office/officeart/2018/2/layout/IconVerticalSolidList"/>
    <dgm:cxn modelId="{9D405DE4-CD31-478E-A356-9D0BD25E66FF}" type="presParOf" srcId="{AD275074-2FAC-4202-8453-EAE15065DA17}" destId="{C94058E3-508B-472F-A09C-A78CABA0919D}" srcOrd="5" destOrd="0" presId="urn:microsoft.com/office/officeart/2018/2/layout/IconVerticalSolidList"/>
    <dgm:cxn modelId="{A7596A18-077A-4FFF-BB47-3E73EBED9969}" type="presParOf" srcId="{AD275074-2FAC-4202-8453-EAE15065DA17}" destId="{CABB1135-4AA9-4F93-9FA1-4797EEABB289}" srcOrd="6" destOrd="0" presId="urn:microsoft.com/office/officeart/2018/2/layout/IconVerticalSolidList"/>
    <dgm:cxn modelId="{273E04ED-F18B-48DF-96E8-34743038F765}" type="presParOf" srcId="{CABB1135-4AA9-4F93-9FA1-4797EEABB289}" destId="{93B8D524-AFBB-4E46-B175-5509FA158949}" srcOrd="0" destOrd="0" presId="urn:microsoft.com/office/officeart/2018/2/layout/IconVerticalSolidList"/>
    <dgm:cxn modelId="{835F3C97-511F-4B66-8D79-6A949508B824}" type="presParOf" srcId="{CABB1135-4AA9-4F93-9FA1-4797EEABB289}" destId="{AF241609-AE50-478E-80FB-B66E98973985}" srcOrd="1" destOrd="0" presId="urn:microsoft.com/office/officeart/2018/2/layout/IconVerticalSolidList"/>
    <dgm:cxn modelId="{89102257-1A6B-427A-9488-7222031729C1}" type="presParOf" srcId="{CABB1135-4AA9-4F93-9FA1-4797EEABB289}" destId="{AEA22756-1A6C-4D5C-820A-E12ECE6B88D9}" srcOrd="2" destOrd="0" presId="urn:microsoft.com/office/officeart/2018/2/layout/IconVerticalSolidList"/>
    <dgm:cxn modelId="{3AEA7245-5757-4F7C-9A8A-CFF0A90EF3D6}" type="presParOf" srcId="{CABB1135-4AA9-4F93-9FA1-4797EEABB289}" destId="{27C43351-AEFB-41E8-9AD4-AF691D62F79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CDFB54A-808E-4722-A1F4-36F37293AEA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874AC81-DA50-49E1-A9A0-5313E8A12894}">
      <dgm:prSet/>
      <dgm:spPr/>
      <dgm:t>
        <a:bodyPr/>
        <a:lstStyle/>
        <a:p>
          <a:pPr>
            <a:defRPr cap="all"/>
          </a:pPr>
          <a:r>
            <a:rPr lang="en-US"/>
            <a:t>Sample data only – not live production feeds.</a:t>
          </a:r>
        </a:p>
      </dgm:t>
    </dgm:pt>
    <dgm:pt modelId="{81D70E6D-13B7-4EA2-8EFC-05E31587496D}" type="parTrans" cxnId="{031177A6-0832-4908-BF57-C261F197B784}">
      <dgm:prSet/>
      <dgm:spPr/>
      <dgm:t>
        <a:bodyPr/>
        <a:lstStyle/>
        <a:p>
          <a:endParaRPr lang="en-US"/>
        </a:p>
      </dgm:t>
    </dgm:pt>
    <dgm:pt modelId="{5AC05276-8233-41CC-A40E-DD7C389A4D5E}" type="sibTrans" cxnId="{031177A6-0832-4908-BF57-C261F197B784}">
      <dgm:prSet/>
      <dgm:spPr/>
      <dgm:t>
        <a:bodyPr/>
        <a:lstStyle/>
        <a:p>
          <a:endParaRPr lang="en-US"/>
        </a:p>
      </dgm:t>
    </dgm:pt>
    <dgm:pt modelId="{0AF978B2-ADE1-403B-A1BF-30DF065C7906}">
      <dgm:prSet/>
      <dgm:spPr/>
      <dgm:t>
        <a:bodyPr/>
        <a:lstStyle/>
        <a:p>
          <a:pPr>
            <a:defRPr cap="all"/>
          </a:pPr>
          <a:r>
            <a:rPr lang="en-US"/>
            <a:t>Some useful fields (e.g., surgery details, cashless flags) were missing.</a:t>
          </a:r>
        </a:p>
      </dgm:t>
    </dgm:pt>
    <dgm:pt modelId="{E4BC7523-7E70-4B67-80AB-5EB563557296}" type="parTrans" cxnId="{C371C71C-4561-4EC9-B6F3-416FC93B723B}">
      <dgm:prSet/>
      <dgm:spPr/>
      <dgm:t>
        <a:bodyPr/>
        <a:lstStyle/>
        <a:p>
          <a:endParaRPr lang="en-US"/>
        </a:p>
      </dgm:t>
    </dgm:pt>
    <dgm:pt modelId="{58B7EF7E-24B8-4B34-B62A-E68DDA4AAE5E}" type="sibTrans" cxnId="{C371C71C-4561-4EC9-B6F3-416FC93B723B}">
      <dgm:prSet/>
      <dgm:spPr/>
      <dgm:t>
        <a:bodyPr/>
        <a:lstStyle/>
        <a:p>
          <a:endParaRPr lang="en-US"/>
        </a:p>
      </dgm:t>
    </dgm:pt>
    <dgm:pt modelId="{D6DC5841-8E50-4BFC-BCA1-C0B9DAA7C231}">
      <dgm:prSet/>
      <dgm:spPr/>
      <dgm:t>
        <a:bodyPr/>
        <a:lstStyle/>
        <a:p>
          <a:pPr>
            <a:defRPr cap="all"/>
          </a:pPr>
          <a:r>
            <a:rPr lang="en-US"/>
            <a:t>Profitability model is simplified and ignores operating costs.</a:t>
          </a:r>
        </a:p>
      </dgm:t>
    </dgm:pt>
    <dgm:pt modelId="{D3E1B97F-8D30-4168-B738-B1448099F539}" type="parTrans" cxnId="{5B06BE4F-D25B-454B-9800-1A8747C1502E}">
      <dgm:prSet/>
      <dgm:spPr/>
      <dgm:t>
        <a:bodyPr/>
        <a:lstStyle/>
        <a:p>
          <a:endParaRPr lang="en-US"/>
        </a:p>
      </dgm:t>
    </dgm:pt>
    <dgm:pt modelId="{5C94A317-DE47-46A9-93E7-C4B11A12D332}" type="sibTrans" cxnId="{5B06BE4F-D25B-454B-9800-1A8747C1502E}">
      <dgm:prSet/>
      <dgm:spPr/>
      <dgm:t>
        <a:bodyPr/>
        <a:lstStyle/>
        <a:p>
          <a:endParaRPr lang="en-US"/>
        </a:p>
      </dgm:t>
    </dgm:pt>
    <dgm:pt modelId="{52B70E02-3A92-4F28-873F-506DDDC136AB}">
      <dgm:prSet/>
      <dgm:spPr/>
      <dgm:t>
        <a:bodyPr/>
        <a:lstStyle/>
        <a:p>
          <a:pPr>
            <a:defRPr cap="all"/>
          </a:pPr>
          <a:r>
            <a:rPr lang="en-US"/>
            <a:t>Initial issues with tool permissions and automatic data‑type detection.</a:t>
          </a:r>
        </a:p>
      </dgm:t>
    </dgm:pt>
    <dgm:pt modelId="{303EB8E9-3D43-40AD-A76B-5CAB76A61155}" type="parTrans" cxnId="{42BB5877-F472-4D3D-881F-A0135472C2FC}">
      <dgm:prSet/>
      <dgm:spPr/>
      <dgm:t>
        <a:bodyPr/>
        <a:lstStyle/>
        <a:p>
          <a:endParaRPr lang="en-US"/>
        </a:p>
      </dgm:t>
    </dgm:pt>
    <dgm:pt modelId="{0CED65D6-1B6E-484C-9724-7BF48D825539}" type="sibTrans" cxnId="{42BB5877-F472-4D3D-881F-A0135472C2FC}">
      <dgm:prSet/>
      <dgm:spPr/>
      <dgm:t>
        <a:bodyPr/>
        <a:lstStyle/>
        <a:p>
          <a:endParaRPr lang="en-US"/>
        </a:p>
      </dgm:t>
    </dgm:pt>
    <dgm:pt modelId="{8D0FAFF9-3EF0-4921-A280-C9A1A08D256A}">
      <dgm:prSet/>
      <dgm:spPr/>
      <dgm:t>
        <a:bodyPr/>
        <a:lstStyle/>
        <a:p>
          <a:pPr>
            <a:defRPr cap="all"/>
          </a:pPr>
          <a:r>
            <a:rPr lang="en-US" dirty="0"/>
            <a:t>Further refinement is needed before using in a real business setting.</a:t>
          </a:r>
        </a:p>
      </dgm:t>
    </dgm:pt>
    <dgm:pt modelId="{F039E30F-787E-4EE9-80B4-61DB3CAB6170}" type="parTrans" cxnId="{0BA59233-91AB-4A78-80F7-A1F098EE13DF}">
      <dgm:prSet/>
      <dgm:spPr/>
      <dgm:t>
        <a:bodyPr/>
        <a:lstStyle/>
        <a:p>
          <a:endParaRPr lang="en-US"/>
        </a:p>
      </dgm:t>
    </dgm:pt>
    <dgm:pt modelId="{23F9314F-0731-4938-9F32-5D28E7C9A74A}" type="sibTrans" cxnId="{0BA59233-91AB-4A78-80F7-A1F098EE13DF}">
      <dgm:prSet/>
      <dgm:spPr/>
      <dgm:t>
        <a:bodyPr/>
        <a:lstStyle/>
        <a:p>
          <a:endParaRPr lang="en-US"/>
        </a:p>
      </dgm:t>
    </dgm:pt>
    <dgm:pt modelId="{DD3A0D4D-392E-438D-A2EA-DC9E8F80F9DF}" type="pres">
      <dgm:prSet presAssocID="{9CDFB54A-808E-4722-A1F4-36F37293AEAD}" presName="root" presStyleCnt="0">
        <dgm:presLayoutVars>
          <dgm:dir/>
          <dgm:resizeHandles val="exact"/>
        </dgm:presLayoutVars>
      </dgm:prSet>
      <dgm:spPr/>
    </dgm:pt>
    <dgm:pt modelId="{DF417E95-83FC-4A97-93C9-24118C556ADB}" type="pres">
      <dgm:prSet presAssocID="{2874AC81-DA50-49E1-A9A0-5313E8A12894}" presName="compNode" presStyleCnt="0"/>
      <dgm:spPr/>
    </dgm:pt>
    <dgm:pt modelId="{48FDB32F-D131-4E3F-A529-2AF02B7FB258}" type="pres">
      <dgm:prSet presAssocID="{2874AC81-DA50-49E1-A9A0-5313E8A12894}" presName="iconBgRect" presStyleLbl="bgShp" presStyleIdx="0" presStyleCnt="5"/>
      <dgm:spPr/>
    </dgm:pt>
    <dgm:pt modelId="{8D6753A3-3633-420A-82AC-D97E74E22391}" type="pres">
      <dgm:prSet presAssocID="{2874AC81-DA50-49E1-A9A0-5313E8A1289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3D05E33-12A2-4EEC-8C2B-B22BC2C0A494}" type="pres">
      <dgm:prSet presAssocID="{2874AC81-DA50-49E1-A9A0-5313E8A12894}" presName="spaceRect" presStyleCnt="0"/>
      <dgm:spPr/>
    </dgm:pt>
    <dgm:pt modelId="{2548C9B5-327F-4968-80D8-E7660ABB504F}" type="pres">
      <dgm:prSet presAssocID="{2874AC81-DA50-49E1-A9A0-5313E8A12894}" presName="textRect" presStyleLbl="revTx" presStyleIdx="0" presStyleCnt="5">
        <dgm:presLayoutVars>
          <dgm:chMax val="1"/>
          <dgm:chPref val="1"/>
        </dgm:presLayoutVars>
      </dgm:prSet>
      <dgm:spPr/>
    </dgm:pt>
    <dgm:pt modelId="{BBFF610A-06A8-4097-B1F7-F3D53655A3CC}" type="pres">
      <dgm:prSet presAssocID="{5AC05276-8233-41CC-A40E-DD7C389A4D5E}" presName="sibTrans" presStyleCnt="0"/>
      <dgm:spPr/>
    </dgm:pt>
    <dgm:pt modelId="{646E30C9-1891-4759-B689-84EDBC1A018D}" type="pres">
      <dgm:prSet presAssocID="{0AF978B2-ADE1-403B-A1BF-30DF065C7906}" presName="compNode" presStyleCnt="0"/>
      <dgm:spPr/>
    </dgm:pt>
    <dgm:pt modelId="{86D9F01C-4F93-4E79-BBB1-C867B1E0A994}" type="pres">
      <dgm:prSet presAssocID="{0AF978B2-ADE1-403B-A1BF-30DF065C7906}" presName="iconBgRect" presStyleLbl="bgShp" presStyleIdx="1" presStyleCnt="5"/>
      <dgm:spPr/>
    </dgm:pt>
    <dgm:pt modelId="{4809DFEA-0B4B-4B2F-BFBC-4640F14D8125}" type="pres">
      <dgm:prSet presAssocID="{0AF978B2-ADE1-403B-A1BF-30DF065C790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3B7D01B9-0BF9-41A7-818D-805B354315A6}" type="pres">
      <dgm:prSet presAssocID="{0AF978B2-ADE1-403B-A1BF-30DF065C7906}" presName="spaceRect" presStyleCnt="0"/>
      <dgm:spPr/>
    </dgm:pt>
    <dgm:pt modelId="{D6C6772E-95EC-4279-8DDB-AC6880E70E08}" type="pres">
      <dgm:prSet presAssocID="{0AF978B2-ADE1-403B-A1BF-30DF065C7906}" presName="textRect" presStyleLbl="revTx" presStyleIdx="1" presStyleCnt="5">
        <dgm:presLayoutVars>
          <dgm:chMax val="1"/>
          <dgm:chPref val="1"/>
        </dgm:presLayoutVars>
      </dgm:prSet>
      <dgm:spPr/>
    </dgm:pt>
    <dgm:pt modelId="{6FE2DA5B-B821-47B9-A63B-094B87C61ECC}" type="pres">
      <dgm:prSet presAssocID="{58B7EF7E-24B8-4B34-B62A-E68DDA4AAE5E}" presName="sibTrans" presStyleCnt="0"/>
      <dgm:spPr/>
    </dgm:pt>
    <dgm:pt modelId="{15322637-8998-4E62-AE9F-EA10B479A400}" type="pres">
      <dgm:prSet presAssocID="{D6DC5841-8E50-4BFC-BCA1-C0B9DAA7C231}" presName="compNode" presStyleCnt="0"/>
      <dgm:spPr/>
    </dgm:pt>
    <dgm:pt modelId="{473F1B86-574C-4B0C-A94D-26422A15055E}" type="pres">
      <dgm:prSet presAssocID="{D6DC5841-8E50-4BFC-BCA1-C0B9DAA7C231}" presName="iconBgRect" presStyleLbl="bgShp" presStyleIdx="2" presStyleCnt="5"/>
      <dgm:spPr/>
    </dgm:pt>
    <dgm:pt modelId="{24468A0A-7AE0-44AA-A8FF-1E75001FBBDC}" type="pres">
      <dgm:prSet presAssocID="{D6DC5841-8E50-4BFC-BCA1-C0B9DAA7C23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8C681A57-52FE-4B23-8FB8-FE23123E7989}" type="pres">
      <dgm:prSet presAssocID="{D6DC5841-8E50-4BFC-BCA1-C0B9DAA7C231}" presName="spaceRect" presStyleCnt="0"/>
      <dgm:spPr/>
    </dgm:pt>
    <dgm:pt modelId="{3ED8C8B6-2D74-4343-8564-8B73430D7356}" type="pres">
      <dgm:prSet presAssocID="{D6DC5841-8E50-4BFC-BCA1-C0B9DAA7C231}" presName="textRect" presStyleLbl="revTx" presStyleIdx="2" presStyleCnt="5">
        <dgm:presLayoutVars>
          <dgm:chMax val="1"/>
          <dgm:chPref val="1"/>
        </dgm:presLayoutVars>
      </dgm:prSet>
      <dgm:spPr/>
    </dgm:pt>
    <dgm:pt modelId="{286A1EB7-BC2C-4E89-8488-0C1A15DD28C2}" type="pres">
      <dgm:prSet presAssocID="{5C94A317-DE47-46A9-93E7-C4B11A12D332}" presName="sibTrans" presStyleCnt="0"/>
      <dgm:spPr/>
    </dgm:pt>
    <dgm:pt modelId="{1387E498-3D64-4465-BCC0-2B4FE71626A0}" type="pres">
      <dgm:prSet presAssocID="{52B70E02-3A92-4F28-873F-506DDDC136AB}" presName="compNode" presStyleCnt="0"/>
      <dgm:spPr/>
    </dgm:pt>
    <dgm:pt modelId="{BB17B518-98C1-4DA2-AED5-2EEB5A286745}" type="pres">
      <dgm:prSet presAssocID="{52B70E02-3A92-4F28-873F-506DDDC136AB}" presName="iconBgRect" presStyleLbl="bgShp" presStyleIdx="3" presStyleCnt="5"/>
      <dgm:spPr/>
    </dgm:pt>
    <dgm:pt modelId="{2EBEF1D9-278B-49B3-BFE9-BF830CA4E68C}" type="pres">
      <dgm:prSet presAssocID="{52B70E02-3A92-4F28-873F-506DDDC136A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DB3D7711-EFC9-44D0-9EA9-C268F1C26414}" type="pres">
      <dgm:prSet presAssocID="{52B70E02-3A92-4F28-873F-506DDDC136AB}" presName="spaceRect" presStyleCnt="0"/>
      <dgm:spPr/>
    </dgm:pt>
    <dgm:pt modelId="{EB92EC66-2E07-4B4D-96A0-7E8AC47E86E7}" type="pres">
      <dgm:prSet presAssocID="{52B70E02-3A92-4F28-873F-506DDDC136AB}" presName="textRect" presStyleLbl="revTx" presStyleIdx="3" presStyleCnt="5">
        <dgm:presLayoutVars>
          <dgm:chMax val="1"/>
          <dgm:chPref val="1"/>
        </dgm:presLayoutVars>
      </dgm:prSet>
      <dgm:spPr/>
    </dgm:pt>
    <dgm:pt modelId="{AFAB5F9B-0FE2-4009-9A98-7C5A4900F28A}" type="pres">
      <dgm:prSet presAssocID="{0CED65D6-1B6E-484C-9724-7BF48D825539}" presName="sibTrans" presStyleCnt="0"/>
      <dgm:spPr/>
    </dgm:pt>
    <dgm:pt modelId="{7329844D-C96F-422E-BF2A-806AB33560DD}" type="pres">
      <dgm:prSet presAssocID="{8D0FAFF9-3EF0-4921-A280-C9A1A08D256A}" presName="compNode" presStyleCnt="0"/>
      <dgm:spPr/>
    </dgm:pt>
    <dgm:pt modelId="{06E37C3F-9E6A-4E2F-BE18-B498AFA89449}" type="pres">
      <dgm:prSet presAssocID="{8D0FAFF9-3EF0-4921-A280-C9A1A08D256A}" presName="iconBgRect" presStyleLbl="bgShp" presStyleIdx="4" presStyleCnt="5"/>
      <dgm:spPr/>
    </dgm:pt>
    <dgm:pt modelId="{CEB3460F-7432-4146-957E-EBE1D83F74A8}" type="pres">
      <dgm:prSet presAssocID="{8D0FAFF9-3EF0-4921-A280-C9A1A08D256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544DE100-6845-41B4-B29C-200B260C05E9}" type="pres">
      <dgm:prSet presAssocID="{8D0FAFF9-3EF0-4921-A280-C9A1A08D256A}" presName="spaceRect" presStyleCnt="0"/>
      <dgm:spPr/>
    </dgm:pt>
    <dgm:pt modelId="{2BDA12A1-82EF-42BE-8CE5-37D063D55EA7}" type="pres">
      <dgm:prSet presAssocID="{8D0FAFF9-3EF0-4921-A280-C9A1A08D256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50F7005-620F-4035-8A7D-16251F1384E2}" type="presOf" srcId="{8D0FAFF9-3EF0-4921-A280-C9A1A08D256A}" destId="{2BDA12A1-82EF-42BE-8CE5-37D063D55EA7}" srcOrd="0" destOrd="0" presId="urn:microsoft.com/office/officeart/2018/5/layout/IconCircleLabelList"/>
    <dgm:cxn modelId="{C371C71C-4561-4EC9-B6F3-416FC93B723B}" srcId="{9CDFB54A-808E-4722-A1F4-36F37293AEAD}" destId="{0AF978B2-ADE1-403B-A1BF-30DF065C7906}" srcOrd="1" destOrd="0" parTransId="{E4BC7523-7E70-4B67-80AB-5EB563557296}" sibTransId="{58B7EF7E-24B8-4B34-B62A-E68DDA4AAE5E}"/>
    <dgm:cxn modelId="{0BA59233-91AB-4A78-80F7-A1F098EE13DF}" srcId="{9CDFB54A-808E-4722-A1F4-36F37293AEAD}" destId="{8D0FAFF9-3EF0-4921-A280-C9A1A08D256A}" srcOrd="4" destOrd="0" parTransId="{F039E30F-787E-4EE9-80B4-61DB3CAB6170}" sibTransId="{23F9314F-0731-4938-9F32-5D28E7C9A74A}"/>
    <dgm:cxn modelId="{38FB103F-2D9D-4A85-B3A1-FF7C11079453}" type="presOf" srcId="{D6DC5841-8E50-4BFC-BCA1-C0B9DAA7C231}" destId="{3ED8C8B6-2D74-4343-8564-8B73430D7356}" srcOrd="0" destOrd="0" presId="urn:microsoft.com/office/officeart/2018/5/layout/IconCircleLabelList"/>
    <dgm:cxn modelId="{5B06BE4F-D25B-454B-9800-1A8747C1502E}" srcId="{9CDFB54A-808E-4722-A1F4-36F37293AEAD}" destId="{D6DC5841-8E50-4BFC-BCA1-C0B9DAA7C231}" srcOrd="2" destOrd="0" parTransId="{D3E1B97F-8D30-4168-B738-B1448099F539}" sibTransId="{5C94A317-DE47-46A9-93E7-C4B11A12D332}"/>
    <dgm:cxn modelId="{C2954C73-9737-450C-A787-D9B9C9152156}" type="presOf" srcId="{2874AC81-DA50-49E1-A9A0-5313E8A12894}" destId="{2548C9B5-327F-4968-80D8-E7660ABB504F}" srcOrd="0" destOrd="0" presId="urn:microsoft.com/office/officeart/2018/5/layout/IconCircleLabelList"/>
    <dgm:cxn modelId="{42BB5877-F472-4D3D-881F-A0135472C2FC}" srcId="{9CDFB54A-808E-4722-A1F4-36F37293AEAD}" destId="{52B70E02-3A92-4F28-873F-506DDDC136AB}" srcOrd="3" destOrd="0" parTransId="{303EB8E9-3D43-40AD-A76B-5CAB76A61155}" sibTransId="{0CED65D6-1B6E-484C-9724-7BF48D825539}"/>
    <dgm:cxn modelId="{1626E87C-5C4C-4398-BCB1-5EAA80E4883F}" type="presOf" srcId="{0AF978B2-ADE1-403B-A1BF-30DF065C7906}" destId="{D6C6772E-95EC-4279-8DDB-AC6880E70E08}" srcOrd="0" destOrd="0" presId="urn:microsoft.com/office/officeart/2018/5/layout/IconCircleLabelList"/>
    <dgm:cxn modelId="{031177A6-0832-4908-BF57-C261F197B784}" srcId="{9CDFB54A-808E-4722-A1F4-36F37293AEAD}" destId="{2874AC81-DA50-49E1-A9A0-5313E8A12894}" srcOrd="0" destOrd="0" parTransId="{81D70E6D-13B7-4EA2-8EFC-05E31587496D}" sibTransId="{5AC05276-8233-41CC-A40E-DD7C389A4D5E}"/>
    <dgm:cxn modelId="{579B7FA9-A979-45A0-9B50-C9FC6BED9EE4}" type="presOf" srcId="{9CDFB54A-808E-4722-A1F4-36F37293AEAD}" destId="{DD3A0D4D-392E-438D-A2EA-DC9E8F80F9DF}" srcOrd="0" destOrd="0" presId="urn:microsoft.com/office/officeart/2018/5/layout/IconCircleLabelList"/>
    <dgm:cxn modelId="{2DE8DAD8-2E3A-471F-B079-9E8C6EDE0268}" type="presOf" srcId="{52B70E02-3A92-4F28-873F-506DDDC136AB}" destId="{EB92EC66-2E07-4B4D-96A0-7E8AC47E86E7}" srcOrd="0" destOrd="0" presId="urn:microsoft.com/office/officeart/2018/5/layout/IconCircleLabelList"/>
    <dgm:cxn modelId="{23CE9BEC-854D-4762-B614-38EAC3E25400}" type="presParOf" srcId="{DD3A0D4D-392E-438D-A2EA-DC9E8F80F9DF}" destId="{DF417E95-83FC-4A97-93C9-24118C556ADB}" srcOrd="0" destOrd="0" presId="urn:microsoft.com/office/officeart/2018/5/layout/IconCircleLabelList"/>
    <dgm:cxn modelId="{F79C459B-F14E-4145-8997-64BF11A31FF2}" type="presParOf" srcId="{DF417E95-83FC-4A97-93C9-24118C556ADB}" destId="{48FDB32F-D131-4E3F-A529-2AF02B7FB258}" srcOrd="0" destOrd="0" presId="urn:microsoft.com/office/officeart/2018/5/layout/IconCircleLabelList"/>
    <dgm:cxn modelId="{14B96583-8599-487B-8B0E-5F6610F6A158}" type="presParOf" srcId="{DF417E95-83FC-4A97-93C9-24118C556ADB}" destId="{8D6753A3-3633-420A-82AC-D97E74E22391}" srcOrd="1" destOrd="0" presId="urn:microsoft.com/office/officeart/2018/5/layout/IconCircleLabelList"/>
    <dgm:cxn modelId="{33E15045-8193-42A3-9B29-D86F42422441}" type="presParOf" srcId="{DF417E95-83FC-4A97-93C9-24118C556ADB}" destId="{E3D05E33-12A2-4EEC-8C2B-B22BC2C0A494}" srcOrd="2" destOrd="0" presId="urn:microsoft.com/office/officeart/2018/5/layout/IconCircleLabelList"/>
    <dgm:cxn modelId="{1A4D5D3B-43FC-4364-9A21-FC217651D9E2}" type="presParOf" srcId="{DF417E95-83FC-4A97-93C9-24118C556ADB}" destId="{2548C9B5-327F-4968-80D8-E7660ABB504F}" srcOrd="3" destOrd="0" presId="urn:microsoft.com/office/officeart/2018/5/layout/IconCircleLabelList"/>
    <dgm:cxn modelId="{1EA5000B-3ECD-4851-9BD6-176884EC1BE4}" type="presParOf" srcId="{DD3A0D4D-392E-438D-A2EA-DC9E8F80F9DF}" destId="{BBFF610A-06A8-4097-B1F7-F3D53655A3CC}" srcOrd="1" destOrd="0" presId="urn:microsoft.com/office/officeart/2018/5/layout/IconCircleLabelList"/>
    <dgm:cxn modelId="{D271CB52-150A-4246-AB05-64A886A2B04E}" type="presParOf" srcId="{DD3A0D4D-392E-438D-A2EA-DC9E8F80F9DF}" destId="{646E30C9-1891-4759-B689-84EDBC1A018D}" srcOrd="2" destOrd="0" presId="urn:microsoft.com/office/officeart/2018/5/layout/IconCircleLabelList"/>
    <dgm:cxn modelId="{4942DAC9-585D-44A0-8A5D-D10F8AB87003}" type="presParOf" srcId="{646E30C9-1891-4759-B689-84EDBC1A018D}" destId="{86D9F01C-4F93-4E79-BBB1-C867B1E0A994}" srcOrd="0" destOrd="0" presId="urn:microsoft.com/office/officeart/2018/5/layout/IconCircleLabelList"/>
    <dgm:cxn modelId="{2855BC2F-1F29-4BE0-9AD7-9694D05FC3F1}" type="presParOf" srcId="{646E30C9-1891-4759-B689-84EDBC1A018D}" destId="{4809DFEA-0B4B-4B2F-BFBC-4640F14D8125}" srcOrd="1" destOrd="0" presId="urn:microsoft.com/office/officeart/2018/5/layout/IconCircleLabelList"/>
    <dgm:cxn modelId="{38B98D83-2701-4A93-870C-E1B586889C17}" type="presParOf" srcId="{646E30C9-1891-4759-B689-84EDBC1A018D}" destId="{3B7D01B9-0BF9-41A7-818D-805B354315A6}" srcOrd="2" destOrd="0" presId="urn:microsoft.com/office/officeart/2018/5/layout/IconCircleLabelList"/>
    <dgm:cxn modelId="{57C86DA6-DDAC-4843-9E9E-2301192DC00E}" type="presParOf" srcId="{646E30C9-1891-4759-B689-84EDBC1A018D}" destId="{D6C6772E-95EC-4279-8DDB-AC6880E70E08}" srcOrd="3" destOrd="0" presId="urn:microsoft.com/office/officeart/2018/5/layout/IconCircleLabelList"/>
    <dgm:cxn modelId="{6791D936-31F7-4AF8-B2C9-E4163742C4DA}" type="presParOf" srcId="{DD3A0D4D-392E-438D-A2EA-DC9E8F80F9DF}" destId="{6FE2DA5B-B821-47B9-A63B-094B87C61ECC}" srcOrd="3" destOrd="0" presId="urn:microsoft.com/office/officeart/2018/5/layout/IconCircleLabelList"/>
    <dgm:cxn modelId="{B0EB40BA-7BB9-4669-8EE3-855523950345}" type="presParOf" srcId="{DD3A0D4D-392E-438D-A2EA-DC9E8F80F9DF}" destId="{15322637-8998-4E62-AE9F-EA10B479A400}" srcOrd="4" destOrd="0" presId="urn:microsoft.com/office/officeart/2018/5/layout/IconCircleLabelList"/>
    <dgm:cxn modelId="{986599B2-D9B1-4A3A-A388-86423CFB97C9}" type="presParOf" srcId="{15322637-8998-4E62-AE9F-EA10B479A400}" destId="{473F1B86-574C-4B0C-A94D-26422A15055E}" srcOrd="0" destOrd="0" presId="urn:microsoft.com/office/officeart/2018/5/layout/IconCircleLabelList"/>
    <dgm:cxn modelId="{CCE28132-7421-424F-B2B6-0C98A78F15A4}" type="presParOf" srcId="{15322637-8998-4E62-AE9F-EA10B479A400}" destId="{24468A0A-7AE0-44AA-A8FF-1E75001FBBDC}" srcOrd="1" destOrd="0" presId="urn:microsoft.com/office/officeart/2018/5/layout/IconCircleLabelList"/>
    <dgm:cxn modelId="{72A264FE-5E34-4D76-93C1-F90AF576123C}" type="presParOf" srcId="{15322637-8998-4E62-AE9F-EA10B479A400}" destId="{8C681A57-52FE-4B23-8FB8-FE23123E7989}" srcOrd="2" destOrd="0" presId="urn:microsoft.com/office/officeart/2018/5/layout/IconCircleLabelList"/>
    <dgm:cxn modelId="{058FEA0F-1B69-41BE-8CD1-55C976056CDD}" type="presParOf" srcId="{15322637-8998-4E62-AE9F-EA10B479A400}" destId="{3ED8C8B6-2D74-4343-8564-8B73430D7356}" srcOrd="3" destOrd="0" presId="urn:microsoft.com/office/officeart/2018/5/layout/IconCircleLabelList"/>
    <dgm:cxn modelId="{1FE4C5B7-4A06-4622-82AA-7AB34BAD969E}" type="presParOf" srcId="{DD3A0D4D-392E-438D-A2EA-DC9E8F80F9DF}" destId="{286A1EB7-BC2C-4E89-8488-0C1A15DD28C2}" srcOrd="5" destOrd="0" presId="urn:microsoft.com/office/officeart/2018/5/layout/IconCircleLabelList"/>
    <dgm:cxn modelId="{18FC3426-95C4-45B4-AC38-2E8ECD6BC56C}" type="presParOf" srcId="{DD3A0D4D-392E-438D-A2EA-DC9E8F80F9DF}" destId="{1387E498-3D64-4465-BCC0-2B4FE71626A0}" srcOrd="6" destOrd="0" presId="urn:microsoft.com/office/officeart/2018/5/layout/IconCircleLabelList"/>
    <dgm:cxn modelId="{A95E42E2-61FB-4403-80F5-6EF78C570CB3}" type="presParOf" srcId="{1387E498-3D64-4465-BCC0-2B4FE71626A0}" destId="{BB17B518-98C1-4DA2-AED5-2EEB5A286745}" srcOrd="0" destOrd="0" presId="urn:microsoft.com/office/officeart/2018/5/layout/IconCircleLabelList"/>
    <dgm:cxn modelId="{DB996C23-AEAA-4ABC-A7F8-F29234E9F007}" type="presParOf" srcId="{1387E498-3D64-4465-BCC0-2B4FE71626A0}" destId="{2EBEF1D9-278B-49B3-BFE9-BF830CA4E68C}" srcOrd="1" destOrd="0" presId="urn:microsoft.com/office/officeart/2018/5/layout/IconCircleLabelList"/>
    <dgm:cxn modelId="{1D7EEF7B-F9F1-4647-86CE-954A35B77635}" type="presParOf" srcId="{1387E498-3D64-4465-BCC0-2B4FE71626A0}" destId="{DB3D7711-EFC9-44D0-9EA9-C268F1C26414}" srcOrd="2" destOrd="0" presId="urn:microsoft.com/office/officeart/2018/5/layout/IconCircleLabelList"/>
    <dgm:cxn modelId="{96261ED2-7A61-4BC5-9798-F33251743DF6}" type="presParOf" srcId="{1387E498-3D64-4465-BCC0-2B4FE71626A0}" destId="{EB92EC66-2E07-4B4D-96A0-7E8AC47E86E7}" srcOrd="3" destOrd="0" presId="urn:microsoft.com/office/officeart/2018/5/layout/IconCircleLabelList"/>
    <dgm:cxn modelId="{B97483BA-F746-4AFC-9BE8-993D24784E5C}" type="presParOf" srcId="{DD3A0D4D-392E-438D-A2EA-DC9E8F80F9DF}" destId="{AFAB5F9B-0FE2-4009-9A98-7C5A4900F28A}" srcOrd="7" destOrd="0" presId="urn:microsoft.com/office/officeart/2018/5/layout/IconCircleLabelList"/>
    <dgm:cxn modelId="{91E551E5-3622-4365-B1FF-BFBEAC880AF5}" type="presParOf" srcId="{DD3A0D4D-392E-438D-A2EA-DC9E8F80F9DF}" destId="{7329844D-C96F-422E-BF2A-806AB33560DD}" srcOrd="8" destOrd="0" presId="urn:microsoft.com/office/officeart/2018/5/layout/IconCircleLabelList"/>
    <dgm:cxn modelId="{B4D5F6D4-007E-4F5C-96BB-EB200C80B7F3}" type="presParOf" srcId="{7329844D-C96F-422E-BF2A-806AB33560DD}" destId="{06E37C3F-9E6A-4E2F-BE18-B498AFA89449}" srcOrd="0" destOrd="0" presId="urn:microsoft.com/office/officeart/2018/5/layout/IconCircleLabelList"/>
    <dgm:cxn modelId="{6AEEE872-0A68-4374-A1AD-D0F9C6DBE47A}" type="presParOf" srcId="{7329844D-C96F-422E-BF2A-806AB33560DD}" destId="{CEB3460F-7432-4146-957E-EBE1D83F74A8}" srcOrd="1" destOrd="0" presId="urn:microsoft.com/office/officeart/2018/5/layout/IconCircleLabelList"/>
    <dgm:cxn modelId="{E99D360C-9AE7-4E2E-9053-18EAC832B33E}" type="presParOf" srcId="{7329844D-C96F-422E-BF2A-806AB33560DD}" destId="{544DE100-6845-41B4-B29C-200B260C05E9}" srcOrd="2" destOrd="0" presId="urn:microsoft.com/office/officeart/2018/5/layout/IconCircleLabelList"/>
    <dgm:cxn modelId="{AE3BE0A0-CD97-4F36-AA55-62D4C3DA81D2}" type="presParOf" srcId="{7329844D-C96F-422E-BF2A-806AB33560DD}" destId="{2BDA12A1-82EF-42BE-8CE5-37D063D55EA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6430563-7DBC-4A5E-84E0-D86003D5037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53C4161-5FE3-4B92-BA5C-C3ECFD1870D1}">
      <dgm:prSet/>
      <dgm:spPr/>
      <dgm:t>
        <a:bodyPr/>
        <a:lstStyle/>
        <a:p>
          <a:pPr>
            <a:defRPr cap="all"/>
          </a:pPr>
          <a:r>
            <a:rPr lang="en-US"/>
            <a:t>Thank you for your time and attention.</a:t>
          </a:r>
        </a:p>
      </dgm:t>
    </dgm:pt>
    <dgm:pt modelId="{A7BFD4E8-6830-45BB-85E7-F39ACF678374}" type="parTrans" cxnId="{447FE6B8-A3DD-4825-BE5F-AEBB99C0F445}">
      <dgm:prSet/>
      <dgm:spPr/>
      <dgm:t>
        <a:bodyPr/>
        <a:lstStyle/>
        <a:p>
          <a:endParaRPr lang="en-US"/>
        </a:p>
      </dgm:t>
    </dgm:pt>
    <dgm:pt modelId="{D10213CB-F676-493A-B478-FEC2BA6E6E63}" type="sibTrans" cxnId="{447FE6B8-A3DD-4825-BE5F-AEBB99C0F445}">
      <dgm:prSet/>
      <dgm:spPr/>
      <dgm:t>
        <a:bodyPr/>
        <a:lstStyle/>
        <a:p>
          <a:endParaRPr lang="en-US"/>
        </a:p>
      </dgm:t>
    </dgm:pt>
    <dgm:pt modelId="{4A862D97-C141-48B1-B75C-A0FFB3692C64}">
      <dgm:prSet/>
      <dgm:spPr/>
      <dgm:t>
        <a:bodyPr/>
        <a:lstStyle/>
        <a:p>
          <a:pPr>
            <a:defRPr cap="all"/>
          </a:pPr>
          <a:r>
            <a:rPr lang="en-US"/>
            <a:t>Questions and discussion are welcome.</a:t>
          </a:r>
        </a:p>
      </dgm:t>
    </dgm:pt>
    <dgm:pt modelId="{4C26F1CB-93AA-42AA-8EDA-ED83E4A0D5AE}" type="parTrans" cxnId="{A803FF8E-555B-4795-9810-9A22DDC90875}">
      <dgm:prSet/>
      <dgm:spPr/>
      <dgm:t>
        <a:bodyPr/>
        <a:lstStyle/>
        <a:p>
          <a:endParaRPr lang="en-US"/>
        </a:p>
      </dgm:t>
    </dgm:pt>
    <dgm:pt modelId="{A3922416-7F41-4A4B-B7B9-58FF72A9A612}" type="sibTrans" cxnId="{A803FF8E-555B-4795-9810-9A22DDC90875}">
      <dgm:prSet/>
      <dgm:spPr/>
      <dgm:t>
        <a:bodyPr/>
        <a:lstStyle/>
        <a:p>
          <a:endParaRPr lang="en-US"/>
        </a:p>
      </dgm:t>
    </dgm:pt>
    <dgm:pt modelId="{0C381922-74B5-4A3D-9FF8-06E16B57D1A5}" type="pres">
      <dgm:prSet presAssocID="{E6430563-7DBC-4A5E-84E0-D86003D5037C}" presName="root" presStyleCnt="0">
        <dgm:presLayoutVars>
          <dgm:dir/>
          <dgm:resizeHandles val="exact"/>
        </dgm:presLayoutVars>
      </dgm:prSet>
      <dgm:spPr/>
    </dgm:pt>
    <dgm:pt modelId="{17CE2CB2-C406-4281-B368-0215255CC391}" type="pres">
      <dgm:prSet presAssocID="{A53C4161-5FE3-4B92-BA5C-C3ECFD1870D1}" presName="compNode" presStyleCnt="0"/>
      <dgm:spPr/>
    </dgm:pt>
    <dgm:pt modelId="{F70A0852-765D-47D0-A290-C2581CDEF900}" type="pres">
      <dgm:prSet presAssocID="{A53C4161-5FE3-4B92-BA5C-C3ECFD1870D1}" presName="iconBgRect" presStyleLbl="bgShp" presStyleIdx="0" presStyleCnt="2"/>
      <dgm:spPr/>
    </dgm:pt>
    <dgm:pt modelId="{E868A420-843A-4458-8D5F-28FA72D823FD}" type="pres">
      <dgm:prSet presAssocID="{A53C4161-5FE3-4B92-BA5C-C3ECFD1870D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8912AEE-CB34-412B-B0BA-133847662BC7}" type="pres">
      <dgm:prSet presAssocID="{A53C4161-5FE3-4B92-BA5C-C3ECFD1870D1}" presName="spaceRect" presStyleCnt="0"/>
      <dgm:spPr/>
    </dgm:pt>
    <dgm:pt modelId="{6606A586-886E-434D-8E4D-0B20B1BD9B72}" type="pres">
      <dgm:prSet presAssocID="{A53C4161-5FE3-4B92-BA5C-C3ECFD1870D1}" presName="textRect" presStyleLbl="revTx" presStyleIdx="0" presStyleCnt="2">
        <dgm:presLayoutVars>
          <dgm:chMax val="1"/>
          <dgm:chPref val="1"/>
        </dgm:presLayoutVars>
      </dgm:prSet>
      <dgm:spPr/>
    </dgm:pt>
    <dgm:pt modelId="{DA051ACE-D3DC-4752-8AF4-E7EBC1037769}" type="pres">
      <dgm:prSet presAssocID="{D10213CB-F676-493A-B478-FEC2BA6E6E63}" presName="sibTrans" presStyleCnt="0"/>
      <dgm:spPr/>
    </dgm:pt>
    <dgm:pt modelId="{61C6CAF4-F813-48B0-812E-B137046E20A8}" type="pres">
      <dgm:prSet presAssocID="{4A862D97-C141-48B1-B75C-A0FFB3692C64}" presName="compNode" presStyleCnt="0"/>
      <dgm:spPr/>
    </dgm:pt>
    <dgm:pt modelId="{8837B09F-C951-45FD-8BCD-AE5F274CE678}" type="pres">
      <dgm:prSet presAssocID="{4A862D97-C141-48B1-B75C-A0FFB3692C64}" presName="iconBgRect" presStyleLbl="bgShp" presStyleIdx="1" presStyleCnt="2"/>
      <dgm:spPr/>
    </dgm:pt>
    <dgm:pt modelId="{4FEED278-44DD-412D-A462-F83CE2180F54}" type="pres">
      <dgm:prSet presAssocID="{4A862D97-C141-48B1-B75C-A0FFB3692C6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A79A379C-4431-43EB-80EC-AB6787AA57F7}" type="pres">
      <dgm:prSet presAssocID="{4A862D97-C141-48B1-B75C-A0FFB3692C64}" presName="spaceRect" presStyleCnt="0"/>
      <dgm:spPr/>
    </dgm:pt>
    <dgm:pt modelId="{D9F6E3C9-CEC8-4B8C-89AA-46FDC183481E}" type="pres">
      <dgm:prSet presAssocID="{4A862D97-C141-48B1-B75C-A0FFB3692C6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E472B0F-A474-46EB-B8A3-0ACF7D9C291E}" type="presOf" srcId="{A53C4161-5FE3-4B92-BA5C-C3ECFD1870D1}" destId="{6606A586-886E-434D-8E4D-0B20B1BD9B72}" srcOrd="0" destOrd="0" presId="urn:microsoft.com/office/officeart/2018/5/layout/IconCircleLabelList"/>
    <dgm:cxn modelId="{022E0252-B03D-488B-BFBF-D22FD9B5C436}" type="presOf" srcId="{E6430563-7DBC-4A5E-84E0-D86003D5037C}" destId="{0C381922-74B5-4A3D-9FF8-06E16B57D1A5}" srcOrd="0" destOrd="0" presId="urn:microsoft.com/office/officeart/2018/5/layout/IconCircleLabelList"/>
    <dgm:cxn modelId="{A803FF8E-555B-4795-9810-9A22DDC90875}" srcId="{E6430563-7DBC-4A5E-84E0-D86003D5037C}" destId="{4A862D97-C141-48B1-B75C-A0FFB3692C64}" srcOrd="1" destOrd="0" parTransId="{4C26F1CB-93AA-42AA-8EDA-ED83E4A0D5AE}" sibTransId="{A3922416-7F41-4A4B-B7B9-58FF72A9A612}"/>
    <dgm:cxn modelId="{447FE6B8-A3DD-4825-BE5F-AEBB99C0F445}" srcId="{E6430563-7DBC-4A5E-84E0-D86003D5037C}" destId="{A53C4161-5FE3-4B92-BA5C-C3ECFD1870D1}" srcOrd="0" destOrd="0" parTransId="{A7BFD4E8-6830-45BB-85E7-F39ACF678374}" sibTransId="{D10213CB-F676-493A-B478-FEC2BA6E6E63}"/>
    <dgm:cxn modelId="{FEE223E7-9FB4-4B9E-9556-FAD9C6B7B83A}" type="presOf" srcId="{4A862D97-C141-48B1-B75C-A0FFB3692C64}" destId="{D9F6E3C9-CEC8-4B8C-89AA-46FDC183481E}" srcOrd="0" destOrd="0" presId="urn:microsoft.com/office/officeart/2018/5/layout/IconCircleLabelList"/>
    <dgm:cxn modelId="{A9EFA72B-56B7-4A27-86DD-58527F69F3D5}" type="presParOf" srcId="{0C381922-74B5-4A3D-9FF8-06E16B57D1A5}" destId="{17CE2CB2-C406-4281-B368-0215255CC391}" srcOrd="0" destOrd="0" presId="urn:microsoft.com/office/officeart/2018/5/layout/IconCircleLabelList"/>
    <dgm:cxn modelId="{403BFB01-FE31-46F6-8ADB-CBF39D46ADA6}" type="presParOf" srcId="{17CE2CB2-C406-4281-B368-0215255CC391}" destId="{F70A0852-765D-47D0-A290-C2581CDEF900}" srcOrd="0" destOrd="0" presId="urn:microsoft.com/office/officeart/2018/5/layout/IconCircleLabelList"/>
    <dgm:cxn modelId="{BEC02756-0210-4F5D-BBB8-CCBE77A8EF1E}" type="presParOf" srcId="{17CE2CB2-C406-4281-B368-0215255CC391}" destId="{E868A420-843A-4458-8D5F-28FA72D823FD}" srcOrd="1" destOrd="0" presId="urn:microsoft.com/office/officeart/2018/5/layout/IconCircleLabelList"/>
    <dgm:cxn modelId="{D7F50450-8FB7-4396-B922-25CC5EAA92CC}" type="presParOf" srcId="{17CE2CB2-C406-4281-B368-0215255CC391}" destId="{B8912AEE-CB34-412B-B0BA-133847662BC7}" srcOrd="2" destOrd="0" presId="urn:microsoft.com/office/officeart/2018/5/layout/IconCircleLabelList"/>
    <dgm:cxn modelId="{A91C3527-36DB-40FC-B45A-60C54619B04A}" type="presParOf" srcId="{17CE2CB2-C406-4281-B368-0215255CC391}" destId="{6606A586-886E-434D-8E4D-0B20B1BD9B72}" srcOrd="3" destOrd="0" presId="urn:microsoft.com/office/officeart/2018/5/layout/IconCircleLabelList"/>
    <dgm:cxn modelId="{D320F611-EF46-42A1-B9A4-FF006E92AB85}" type="presParOf" srcId="{0C381922-74B5-4A3D-9FF8-06E16B57D1A5}" destId="{DA051ACE-D3DC-4752-8AF4-E7EBC1037769}" srcOrd="1" destOrd="0" presId="urn:microsoft.com/office/officeart/2018/5/layout/IconCircleLabelList"/>
    <dgm:cxn modelId="{109C1F39-969D-4400-9744-B26B12D9391B}" type="presParOf" srcId="{0C381922-74B5-4A3D-9FF8-06E16B57D1A5}" destId="{61C6CAF4-F813-48B0-812E-B137046E20A8}" srcOrd="2" destOrd="0" presId="urn:microsoft.com/office/officeart/2018/5/layout/IconCircleLabelList"/>
    <dgm:cxn modelId="{8917DC9E-9C80-4475-ABEF-79A0B0F1F594}" type="presParOf" srcId="{61C6CAF4-F813-48B0-812E-B137046E20A8}" destId="{8837B09F-C951-45FD-8BCD-AE5F274CE678}" srcOrd="0" destOrd="0" presId="urn:microsoft.com/office/officeart/2018/5/layout/IconCircleLabelList"/>
    <dgm:cxn modelId="{CBAAB9A6-4EBD-4204-BA2E-1390A56CA430}" type="presParOf" srcId="{61C6CAF4-F813-48B0-812E-B137046E20A8}" destId="{4FEED278-44DD-412D-A462-F83CE2180F54}" srcOrd="1" destOrd="0" presId="urn:microsoft.com/office/officeart/2018/5/layout/IconCircleLabelList"/>
    <dgm:cxn modelId="{B05054F2-D87E-45C5-A315-B0CD92CFEDBC}" type="presParOf" srcId="{61C6CAF4-F813-48B0-812E-B137046E20A8}" destId="{A79A379C-4431-43EB-80EC-AB6787AA57F7}" srcOrd="2" destOrd="0" presId="urn:microsoft.com/office/officeart/2018/5/layout/IconCircleLabelList"/>
    <dgm:cxn modelId="{EC440CE2-CD14-48D9-89B3-C7859A7BFC6F}" type="presParOf" srcId="{61C6CAF4-F813-48B0-812E-B137046E20A8}" destId="{D9F6E3C9-CEC8-4B8C-89AA-46FDC183481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16AC5C-5152-4DEF-BA21-1B23FE826085}">
      <dsp:nvSpPr>
        <dsp:cNvPr id="0" name=""/>
        <dsp:cNvSpPr/>
      </dsp:nvSpPr>
      <dsp:spPr>
        <a:xfrm>
          <a:off x="0" y="4250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789932-271F-491F-9A87-0E9910E3CBEE}">
      <dsp:nvSpPr>
        <dsp:cNvPr id="0" name=""/>
        <dsp:cNvSpPr/>
      </dsp:nvSpPr>
      <dsp:spPr>
        <a:xfrm>
          <a:off x="273872" y="207957"/>
          <a:ext cx="497949" cy="4979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A398DD-1B59-49C9-9339-E57BE8293368}">
      <dsp:nvSpPr>
        <dsp:cNvPr id="0" name=""/>
        <dsp:cNvSpPr/>
      </dsp:nvSpPr>
      <dsp:spPr>
        <a:xfrm>
          <a:off x="1045694" y="4250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Better understand which diseases drive the most claims and costs.</a:t>
          </a:r>
        </a:p>
      </dsp:txBody>
      <dsp:txXfrm>
        <a:off x="1045694" y="4250"/>
        <a:ext cx="4077231" cy="905363"/>
      </dsp:txXfrm>
    </dsp:sp>
    <dsp:sp modelId="{F106549B-35AE-40A9-81C9-F0F84B54D9A2}">
      <dsp:nvSpPr>
        <dsp:cNvPr id="0" name=""/>
        <dsp:cNvSpPr/>
      </dsp:nvSpPr>
      <dsp:spPr>
        <a:xfrm>
          <a:off x="0" y="1135954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94E97A-6986-43C3-B1EA-A70947A32D3F}">
      <dsp:nvSpPr>
        <dsp:cNvPr id="0" name=""/>
        <dsp:cNvSpPr/>
      </dsp:nvSpPr>
      <dsp:spPr>
        <a:xfrm>
          <a:off x="273872" y="1339661"/>
          <a:ext cx="497949" cy="4979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DBB00F-A79B-4C36-8729-DBB8810FF327}">
      <dsp:nvSpPr>
        <dsp:cNvPr id="0" name=""/>
        <dsp:cNvSpPr/>
      </dsp:nvSpPr>
      <dsp:spPr>
        <a:xfrm>
          <a:off x="1045694" y="1135954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Identify which hospitals and cities generate the most activity.</a:t>
          </a:r>
        </a:p>
      </dsp:txBody>
      <dsp:txXfrm>
        <a:off x="1045694" y="1135954"/>
        <a:ext cx="4077231" cy="905363"/>
      </dsp:txXfrm>
    </dsp:sp>
    <dsp:sp modelId="{25CEDD9B-E7F9-4433-9931-CF8964D2FB16}">
      <dsp:nvSpPr>
        <dsp:cNvPr id="0" name=""/>
        <dsp:cNvSpPr/>
      </dsp:nvSpPr>
      <dsp:spPr>
        <a:xfrm>
          <a:off x="0" y="2267658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C3949C-915F-4D4C-9749-57C8D7E9DB57}">
      <dsp:nvSpPr>
        <dsp:cNvPr id="0" name=""/>
        <dsp:cNvSpPr/>
      </dsp:nvSpPr>
      <dsp:spPr>
        <a:xfrm>
          <a:off x="273872" y="2471365"/>
          <a:ext cx="497949" cy="4979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E447E-7764-4A75-B701-8BAB120A9149}">
      <dsp:nvSpPr>
        <dsp:cNvPr id="0" name=""/>
        <dsp:cNvSpPr/>
      </dsp:nvSpPr>
      <dsp:spPr>
        <a:xfrm>
          <a:off x="1045694" y="2267658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See which types of policies customers actually choose.</a:t>
          </a:r>
        </a:p>
      </dsp:txBody>
      <dsp:txXfrm>
        <a:off x="1045694" y="2267658"/>
        <a:ext cx="4077231" cy="905363"/>
      </dsp:txXfrm>
    </dsp:sp>
    <dsp:sp modelId="{172278B5-412B-4893-9BBA-F5B1DE7436DC}">
      <dsp:nvSpPr>
        <dsp:cNvPr id="0" name=""/>
        <dsp:cNvSpPr/>
      </dsp:nvSpPr>
      <dsp:spPr>
        <a:xfrm>
          <a:off x="0" y="3399362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4EBAE1-0A8B-44B3-8F2D-72FBC73FC695}">
      <dsp:nvSpPr>
        <dsp:cNvPr id="0" name=""/>
        <dsp:cNvSpPr/>
      </dsp:nvSpPr>
      <dsp:spPr>
        <a:xfrm>
          <a:off x="273872" y="3603069"/>
          <a:ext cx="497949" cy="4979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2431C-5A90-4F2B-8159-CA236ADF16AC}">
      <dsp:nvSpPr>
        <dsp:cNvPr id="0" name=""/>
        <dsp:cNvSpPr/>
      </dsp:nvSpPr>
      <dsp:spPr>
        <a:xfrm>
          <a:off x="1045694" y="3399362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Reward loyal and low‑risk customers with targeted offers.</a:t>
          </a:r>
        </a:p>
      </dsp:txBody>
      <dsp:txXfrm>
        <a:off x="1045694" y="3399362"/>
        <a:ext cx="4077231" cy="905363"/>
      </dsp:txXfrm>
    </dsp:sp>
    <dsp:sp modelId="{D46E4050-CEF8-4561-ABEB-8DF878610332}">
      <dsp:nvSpPr>
        <dsp:cNvPr id="0" name=""/>
        <dsp:cNvSpPr/>
      </dsp:nvSpPr>
      <dsp:spPr>
        <a:xfrm>
          <a:off x="0" y="4531066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56C99C-5E73-4F4C-9B94-D32E02A7F11E}">
      <dsp:nvSpPr>
        <dsp:cNvPr id="0" name=""/>
        <dsp:cNvSpPr/>
      </dsp:nvSpPr>
      <dsp:spPr>
        <a:xfrm>
          <a:off x="273872" y="4734773"/>
          <a:ext cx="497949" cy="4979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44908-2397-48A6-9B33-AA9F85D2B511}">
      <dsp:nvSpPr>
        <dsp:cNvPr id="0" name=""/>
        <dsp:cNvSpPr/>
      </dsp:nvSpPr>
      <dsp:spPr>
        <a:xfrm>
          <a:off x="1045694" y="4531066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Make smarter, data‑driven decisions instead of guesswork.</a:t>
          </a:r>
        </a:p>
      </dsp:txBody>
      <dsp:txXfrm>
        <a:off x="1045694" y="4531066"/>
        <a:ext cx="4077231" cy="9053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A51C7-42E1-4FF5-BD25-EF9BB6F9D48B}">
      <dsp:nvSpPr>
        <dsp:cNvPr id="0" name=""/>
        <dsp:cNvSpPr/>
      </dsp:nvSpPr>
      <dsp:spPr>
        <a:xfrm>
          <a:off x="459205" y="811321"/>
          <a:ext cx="750673" cy="7506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9A061-9559-475C-ABD0-1EB3C7B8F4C1}">
      <dsp:nvSpPr>
        <dsp:cNvPr id="0" name=""/>
        <dsp:cNvSpPr/>
      </dsp:nvSpPr>
      <dsp:spPr>
        <a:xfrm>
          <a:off x="460" y="1854066"/>
          <a:ext cx="1668164" cy="667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Build an end‑to‑end data pipeline on AWS for health insurance data.</a:t>
          </a:r>
        </a:p>
      </dsp:txBody>
      <dsp:txXfrm>
        <a:off x="460" y="1854066"/>
        <a:ext cx="1668164" cy="667265"/>
      </dsp:txXfrm>
    </dsp:sp>
    <dsp:sp modelId="{06EEE525-E2AE-4073-977C-0E2A9865FE40}">
      <dsp:nvSpPr>
        <dsp:cNvPr id="0" name=""/>
        <dsp:cNvSpPr/>
      </dsp:nvSpPr>
      <dsp:spPr>
        <a:xfrm>
          <a:off x="2419298" y="811321"/>
          <a:ext cx="750673" cy="7506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8D6735-ABD5-4ECD-BA83-95E7DEF6A3EA}">
      <dsp:nvSpPr>
        <dsp:cNvPr id="0" name=""/>
        <dsp:cNvSpPr/>
      </dsp:nvSpPr>
      <dsp:spPr>
        <a:xfrm>
          <a:off x="1960552" y="1854066"/>
          <a:ext cx="1668164" cy="667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Combine data about patients, subscribers, claims, hospitals and products.</a:t>
          </a:r>
        </a:p>
      </dsp:txBody>
      <dsp:txXfrm>
        <a:off x="1960552" y="1854066"/>
        <a:ext cx="1668164" cy="667265"/>
      </dsp:txXfrm>
    </dsp:sp>
    <dsp:sp modelId="{5141EDFF-88F5-41B6-8CE6-BF074E70A153}">
      <dsp:nvSpPr>
        <dsp:cNvPr id="0" name=""/>
        <dsp:cNvSpPr/>
      </dsp:nvSpPr>
      <dsp:spPr>
        <a:xfrm>
          <a:off x="4379390" y="811321"/>
          <a:ext cx="750673" cy="7506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A4E95-F919-4F7B-8F5D-66B17D6CB2D7}">
      <dsp:nvSpPr>
        <dsp:cNvPr id="0" name=""/>
        <dsp:cNvSpPr/>
      </dsp:nvSpPr>
      <dsp:spPr>
        <a:xfrm>
          <a:off x="3920645" y="1854066"/>
          <a:ext cx="1668164" cy="667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Clean and organize data so it can be trusted for reporting.</a:t>
          </a:r>
        </a:p>
      </dsp:txBody>
      <dsp:txXfrm>
        <a:off x="3920645" y="1854066"/>
        <a:ext cx="1668164" cy="667265"/>
      </dsp:txXfrm>
    </dsp:sp>
    <dsp:sp modelId="{BC7A44B2-672D-4E41-B151-0303C7005875}">
      <dsp:nvSpPr>
        <dsp:cNvPr id="0" name=""/>
        <dsp:cNvSpPr/>
      </dsp:nvSpPr>
      <dsp:spPr>
        <a:xfrm>
          <a:off x="1439251" y="2938373"/>
          <a:ext cx="750673" cy="75067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325F8-538E-44B6-B967-1431D23A3643}">
      <dsp:nvSpPr>
        <dsp:cNvPr id="0" name=""/>
        <dsp:cNvSpPr/>
      </dsp:nvSpPr>
      <dsp:spPr>
        <a:xfrm>
          <a:off x="980506" y="3981119"/>
          <a:ext cx="1668164" cy="667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Answer concrete business questions about behavior, risk, and profitability.</a:t>
          </a:r>
        </a:p>
      </dsp:txBody>
      <dsp:txXfrm>
        <a:off x="980506" y="3981119"/>
        <a:ext cx="1668164" cy="667265"/>
      </dsp:txXfrm>
    </dsp:sp>
    <dsp:sp modelId="{50127E9F-BA1A-4FD4-8B84-778CABF0EB95}">
      <dsp:nvSpPr>
        <dsp:cNvPr id="0" name=""/>
        <dsp:cNvSpPr/>
      </dsp:nvSpPr>
      <dsp:spPr>
        <a:xfrm>
          <a:off x="3399344" y="2938373"/>
          <a:ext cx="750673" cy="75067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EC6FD-A1BD-45CA-BC83-534A9BD3D317}">
      <dsp:nvSpPr>
        <dsp:cNvPr id="0" name=""/>
        <dsp:cNvSpPr/>
      </dsp:nvSpPr>
      <dsp:spPr>
        <a:xfrm>
          <a:off x="2940599" y="3981119"/>
          <a:ext cx="1668164" cy="667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Provide clear visual insights that non‑technical users can understand.</a:t>
          </a:r>
        </a:p>
      </dsp:txBody>
      <dsp:txXfrm>
        <a:off x="2940599" y="3981119"/>
        <a:ext cx="1668164" cy="6672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472A5B-18F0-C641-8295-F49CE030FF61}">
      <dsp:nvSpPr>
        <dsp:cNvPr id="0" name=""/>
        <dsp:cNvSpPr/>
      </dsp:nvSpPr>
      <dsp:spPr>
        <a:xfrm>
          <a:off x="820387" y="779067"/>
          <a:ext cx="655509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BFA8DD-84AD-7F42-8CA1-F16A365B3685}">
      <dsp:nvSpPr>
        <dsp:cNvPr id="0" name=""/>
        <dsp:cNvSpPr/>
      </dsp:nvSpPr>
      <dsp:spPr>
        <a:xfrm>
          <a:off x="1515227" y="724040"/>
          <a:ext cx="75383" cy="141588"/>
        </a:xfrm>
        <a:prstGeom prst="chevron">
          <a:avLst>
            <a:gd name="adj" fmla="val 9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3A4B40-9DD3-4A45-87B1-106130FCA6D0}">
      <dsp:nvSpPr>
        <dsp:cNvPr id="0" name=""/>
        <dsp:cNvSpPr/>
      </dsp:nvSpPr>
      <dsp:spPr>
        <a:xfrm>
          <a:off x="427943" y="468597"/>
          <a:ext cx="621011" cy="62101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99" tIns="24099" rIns="24099" bIns="2409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1</a:t>
          </a:r>
        </a:p>
      </dsp:txBody>
      <dsp:txXfrm>
        <a:off x="518888" y="559542"/>
        <a:ext cx="439121" cy="439121"/>
      </dsp:txXfrm>
    </dsp:sp>
    <dsp:sp modelId="{3168E603-C6B8-D74A-8245-B50C4F048B53}">
      <dsp:nvSpPr>
        <dsp:cNvPr id="0" name=""/>
        <dsp:cNvSpPr/>
      </dsp:nvSpPr>
      <dsp:spPr>
        <a:xfrm>
          <a:off x="1000" y="1255208"/>
          <a:ext cx="147489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341" tIns="165100" rIns="116341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Store all raw data in one secure place (Amazon S3).</a:t>
          </a:r>
        </a:p>
      </dsp:txBody>
      <dsp:txXfrm>
        <a:off x="1000" y="1550187"/>
        <a:ext cx="1474896" cy="1670621"/>
      </dsp:txXfrm>
    </dsp:sp>
    <dsp:sp modelId="{107FC688-6F87-E045-B620-ED16391C678F}">
      <dsp:nvSpPr>
        <dsp:cNvPr id="0" name=""/>
        <dsp:cNvSpPr/>
      </dsp:nvSpPr>
      <dsp:spPr>
        <a:xfrm>
          <a:off x="1639774" y="779066"/>
          <a:ext cx="1474896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E90965-2C6A-2943-97E8-940A7BA38EEF}">
      <dsp:nvSpPr>
        <dsp:cNvPr id="0" name=""/>
        <dsp:cNvSpPr/>
      </dsp:nvSpPr>
      <dsp:spPr>
        <a:xfrm>
          <a:off x="3154001" y="724039"/>
          <a:ext cx="75383" cy="141589"/>
        </a:xfrm>
        <a:prstGeom prst="chevron">
          <a:avLst>
            <a:gd name="adj" fmla="val 9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0344E9-6D69-8540-B94B-1FE45FA8E0D8}">
      <dsp:nvSpPr>
        <dsp:cNvPr id="0" name=""/>
        <dsp:cNvSpPr/>
      </dsp:nvSpPr>
      <dsp:spPr>
        <a:xfrm>
          <a:off x="2066717" y="468596"/>
          <a:ext cx="621011" cy="62101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99" tIns="24099" rIns="24099" bIns="2409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2</a:t>
          </a:r>
        </a:p>
      </dsp:txBody>
      <dsp:txXfrm>
        <a:off x="2157662" y="559541"/>
        <a:ext cx="439121" cy="439121"/>
      </dsp:txXfrm>
    </dsp:sp>
    <dsp:sp modelId="{2631A902-CC20-A348-AC53-C00223FA1F95}">
      <dsp:nvSpPr>
        <dsp:cNvPr id="0" name=""/>
        <dsp:cNvSpPr/>
      </dsp:nvSpPr>
      <dsp:spPr>
        <a:xfrm>
          <a:off x="1639774" y="1255208"/>
          <a:ext cx="147489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341" tIns="165100" rIns="116341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Automatically detect data structure and create a catalog (AWS crawler).</a:t>
          </a:r>
        </a:p>
      </dsp:txBody>
      <dsp:txXfrm>
        <a:off x="1639774" y="1550187"/>
        <a:ext cx="1474896" cy="1670621"/>
      </dsp:txXfrm>
    </dsp:sp>
    <dsp:sp modelId="{FA52ED57-A39C-5541-A25B-8ED3780BF5CC}">
      <dsp:nvSpPr>
        <dsp:cNvPr id="0" name=""/>
        <dsp:cNvSpPr/>
      </dsp:nvSpPr>
      <dsp:spPr>
        <a:xfrm>
          <a:off x="3278548" y="779066"/>
          <a:ext cx="1474896" cy="7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D60A3F-EB52-3A4A-936A-6E26DE59D434}">
      <dsp:nvSpPr>
        <dsp:cNvPr id="0" name=""/>
        <dsp:cNvSpPr/>
      </dsp:nvSpPr>
      <dsp:spPr>
        <a:xfrm>
          <a:off x="4792775" y="724039"/>
          <a:ext cx="75383" cy="141589"/>
        </a:xfrm>
        <a:prstGeom prst="chevron">
          <a:avLst>
            <a:gd name="adj" fmla="val 9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AC94F2-912A-674C-97F7-8EE248714DB0}">
      <dsp:nvSpPr>
        <dsp:cNvPr id="0" name=""/>
        <dsp:cNvSpPr/>
      </dsp:nvSpPr>
      <dsp:spPr>
        <a:xfrm>
          <a:off x="3705491" y="468596"/>
          <a:ext cx="621011" cy="62101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99" tIns="24099" rIns="24099" bIns="2409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3</a:t>
          </a:r>
        </a:p>
      </dsp:txBody>
      <dsp:txXfrm>
        <a:off x="3796436" y="559541"/>
        <a:ext cx="439121" cy="439121"/>
      </dsp:txXfrm>
    </dsp:sp>
    <dsp:sp modelId="{07544DAA-24F2-2847-94D4-4796CA4843F8}">
      <dsp:nvSpPr>
        <dsp:cNvPr id="0" name=""/>
        <dsp:cNvSpPr/>
      </dsp:nvSpPr>
      <dsp:spPr>
        <a:xfrm>
          <a:off x="3278548" y="1255208"/>
          <a:ext cx="147489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341" tIns="165100" rIns="116341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Clean and prepare the data so it is consistent and reliable.</a:t>
          </a:r>
        </a:p>
      </dsp:txBody>
      <dsp:txXfrm>
        <a:off x="3278548" y="1550187"/>
        <a:ext cx="1474896" cy="1670621"/>
      </dsp:txXfrm>
    </dsp:sp>
    <dsp:sp modelId="{60907ADD-FCD2-9648-8F44-8BC10A1B680B}">
      <dsp:nvSpPr>
        <dsp:cNvPr id="0" name=""/>
        <dsp:cNvSpPr/>
      </dsp:nvSpPr>
      <dsp:spPr>
        <a:xfrm>
          <a:off x="4917322" y="779066"/>
          <a:ext cx="1474896" cy="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3FF4DB-76C9-174C-92A6-51E407AC143D}">
      <dsp:nvSpPr>
        <dsp:cNvPr id="0" name=""/>
        <dsp:cNvSpPr/>
      </dsp:nvSpPr>
      <dsp:spPr>
        <a:xfrm>
          <a:off x="6431549" y="724039"/>
          <a:ext cx="75383" cy="141590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0104CA-4082-BB42-BA78-82B0F66663FD}">
      <dsp:nvSpPr>
        <dsp:cNvPr id="0" name=""/>
        <dsp:cNvSpPr/>
      </dsp:nvSpPr>
      <dsp:spPr>
        <a:xfrm>
          <a:off x="5344265" y="468596"/>
          <a:ext cx="621011" cy="62101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99" tIns="24099" rIns="24099" bIns="2409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4</a:t>
          </a:r>
        </a:p>
      </dsp:txBody>
      <dsp:txXfrm>
        <a:off x="5435210" y="559541"/>
        <a:ext cx="439121" cy="439121"/>
      </dsp:txXfrm>
    </dsp:sp>
    <dsp:sp modelId="{96EB1323-EE97-1341-9711-4B47F6BD0739}">
      <dsp:nvSpPr>
        <dsp:cNvPr id="0" name=""/>
        <dsp:cNvSpPr/>
      </dsp:nvSpPr>
      <dsp:spPr>
        <a:xfrm>
          <a:off x="4917322" y="1255208"/>
          <a:ext cx="147489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341" tIns="165100" rIns="116341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Analyze the data with flexible queries (Amazon Athena).</a:t>
          </a:r>
        </a:p>
      </dsp:txBody>
      <dsp:txXfrm>
        <a:off x="4917322" y="1550187"/>
        <a:ext cx="1474896" cy="1670621"/>
      </dsp:txXfrm>
    </dsp:sp>
    <dsp:sp modelId="{91EBA310-C41D-A549-8F22-C7B3AD24F6BA}">
      <dsp:nvSpPr>
        <dsp:cNvPr id="0" name=""/>
        <dsp:cNvSpPr/>
      </dsp:nvSpPr>
      <dsp:spPr>
        <a:xfrm>
          <a:off x="6556096" y="779066"/>
          <a:ext cx="737448" cy="7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ECE575-9872-4E47-95CA-3C4CACDF0991}">
      <dsp:nvSpPr>
        <dsp:cNvPr id="0" name=""/>
        <dsp:cNvSpPr/>
      </dsp:nvSpPr>
      <dsp:spPr>
        <a:xfrm>
          <a:off x="6983039" y="468596"/>
          <a:ext cx="621011" cy="62101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99" tIns="24099" rIns="24099" bIns="2409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5</a:t>
          </a:r>
        </a:p>
      </dsp:txBody>
      <dsp:txXfrm>
        <a:off x="7073984" y="559541"/>
        <a:ext cx="439121" cy="439121"/>
      </dsp:txXfrm>
    </dsp:sp>
    <dsp:sp modelId="{437B4355-7BA4-E44D-AD87-20F2F70331B6}">
      <dsp:nvSpPr>
        <dsp:cNvPr id="0" name=""/>
        <dsp:cNvSpPr/>
      </dsp:nvSpPr>
      <dsp:spPr>
        <a:xfrm>
          <a:off x="6556096" y="1255208"/>
          <a:ext cx="147489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341" tIns="165100" rIns="116341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Show results using easy‑to‑read dashboards (Amazon QuickSight).</a:t>
          </a:r>
        </a:p>
      </dsp:txBody>
      <dsp:txXfrm>
        <a:off x="6556096" y="1550187"/>
        <a:ext cx="1474896" cy="16706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EF414-8441-DD4A-8EE2-A8BCC7F6E962}">
      <dsp:nvSpPr>
        <dsp:cNvPr id="0" name=""/>
        <dsp:cNvSpPr/>
      </dsp:nvSpPr>
      <dsp:spPr>
        <a:xfrm>
          <a:off x="0" y="1799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Patients – basic details, age, disease, and hospital.</a:t>
          </a:r>
        </a:p>
      </dsp:txBody>
      <dsp:txXfrm>
        <a:off x="0" y="179916"/>
        <a:ext cx="2561209" cy="1536725"/>
      </dsp:txXfrm>
    </dsp:sp>
    <dsp:sp modelId="{B132B8FB-6CDA-8A42-84DC-A81739987FEC}">
      <dsp:nvSpPr>
        <dsp:cNvPr id="0" name=""/>
        <dsp:cNvSpPr/>
      </dsp:nvSpPr>
      <dsp:spPr>
        <a:xfrm>
          <a:off x="2817330" y="179916"/>
          <a:ext cx="2561209" cy="1536725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Subscribers – people who hold insurance policies.</a:t>
          </a:r>
        </a:p>
      </dsp:txBody>
      <dsp:txXfrm>
        <a:off x="2817330" y="179916"/>
        <a:ext cx="2561209" cy="1536725"/>
      </dsp:txXfrm>
    </dsp:sp>
    <dsp:sp modelId="{973001C2-33C5-3548-BEBF-FD955B33F051}">
      <dsp:nvSpPr>
        <dsp:cNvPr id="0" name=""/>
        <dsp:cNvSpPr/>
      </dsp:nvSpPr>
      <dsp:spPr>
        <a:xfrm>
          <a:off x="5634661" y="179916"/>
          <a:ext cx="2561209" cy="1536725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Claims – records of medical claims and amounts.</a:t>
          </a:r>
        </a:p>
      </dsp:txBody>
      <dsp:txXfrm>
        <a:off x="5634661" y="179916"/>
        <a:ext cx="2561209" cy="1536725"/>
      </dsp:txXfrm>
    </dsp:sp>
    <dsp:sp modelId="{C08F03B4-E1DB-6547-A6F6-990AAEE17B60}">
      <dsp:nvSpPr>
        <dsp:cNvPr id="0" name=""/>
        <dsp:cNvSpPr/>
      </dsp:nvSpPr>
      <dsp:spPr>
        <a:xfrm>
          <a:off x="0" y="1972762"/>
          <a:ext cx="2561209" cy="1536725"/>
        </a:xfrm>
        <a:prstGeom prst="rect">
          <a:avLst/>
        </a:prstGeom>
        <a:solidFill>
          <a:schemeClr val="accent2">
            <a:hueOff val="2808912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Groups &amp; Subgroups – types of insurance products.</a:t>
          </a:r>
        </a:p>
      </dsp:txBody>
      <dsp:txXfrm>
        <a:off x="0" y="1972762"/>
        <a:ext cx="2561209" cy="1536725"/>
      </dsp:txXfrm>
    </dsp:sp>
    <dsp:sp modelId="{80E4C767-33ED-8D40-B192-EB39B04ADAFF}">
      <dsp:nvSpPr>
        <dsp:cNvPr id="0" name=""/>
        <dsp:cNvSpPr/>
      </dsp:nvSpPr>
      <dsp:spPr>
        <a:xfrm>
          <a:off x="2817330" y="1972762"/>
          <a:ext cx="2561209" cy="1536725"/>
        </a:xfrm>
        <a:prstGeom prst="rect">
          <a:avLst/>
        </a:prstGeom>
        <a:solidFill>
          <a:schemeClr val="accent2">
            <a:hueOff val="3745216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Hospitals – where patients are treated.</a:t>
          </a:r>
        </a:p>
      </dsp:txBody>
      <dsp:txXfrm>
        <a:off x="2817330" y="1972762"/>
        <a:ext cx="2561209" cy="1536725"/>
      </dsp:txXfrm>
    </dsp:sp>
    <dsp:sp modelId="{1490DDBE-7292-BE40-A979-615CB5D84F4D}">
      <dsp:nvSpPr>
        <dsp:cNvPr id="0" name=""/>
        <dsp:cNvSpPr/>
      </dsp:nvSpPr>
      <dsp:spPr>
        <a:xfrm>
          <a:off x="5634661" y="1972762"/>
          <a:ext cx="2561209" cy="1536725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Group–Subgroup mapping – how products are structured.</a:t>
          </a:r>
        </a:p>
      </dsp:txBody>
      <dsp:txXfrm>
        <a:off x="5634661" y="1972762"/>
        <a:ext cx="2561209" cy="15367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A8448-7B33-D944-86A9-45A873CF0715}">
      <dsp:nvSpPr>
        <dsp:cNvPr id="0" name=""/>
        <dsp:cNvSpPr/>
      </dsp:nvSpPr>
      <dsp:spPr>
        <a:xfrm>
          <a:off x="0" y="34373"/>
          <a:ext cx="4726201" cy="13985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Used AWS Glue Crawler to scan folders in S3.</a:t>
          </a:r>
        </a:p>
      </dsp:txBody>
      <dsp:txXfrm>
        <a:off x="68270" y="102643"/>
        <a:ext cx="4589661" cy="1261975"/>
      </dsp:txXfrm>
    </dsp:sp>
    <dsp:sp modelId="{CA69EF54-F0F9-8142-90DF-861EC30DE0D9}">
      <dsp:nvSpPr>
        <dsp:cNvPr id="0" name=""/>
        <dsp:cNvSpPr/>
      </dsp:nvSpPr>
      <dsp:spPr>
        <a:xfrm>
          <a:off x="0" y="1504888"/>
          <a:ext cx="4726201" cy="1398515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Crawler automatically created table definitions (like an index of all data).</a:t>
          </a:r>
        </a:p>
      </dsp:txBody>
      <dsp:txXfrm>
        <a:off x="68270" y="1573158"/>
        <a:ext cx="4589661" cy="1261975"/>
      </dsp:txXfrm>
    </dsp:sp>
    <dsp:sp modelId="{E656B1BA-2ECC-2046-94DF-CD41D14AF8B6}">
      <dsp:nvSpPr>
        <dsp:cNvPr id="0" name=""/>
        <dsp:cNvSpPr/>
      </dsp:nvSpPr>
      <dsp:spPr>
        <a:xfrm>
          <a:off x="0" y="2975404"/>
          <a:ext cx="4726201" cy="139851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Verified that columns and data types looked correct.</a:t>
          </a:r>
        </a:p>
      </dsp:txBody>
      <dsp:txXfrm>
        <a:off x="68270" y="3043674"/>
        <a:ext cx="4589661" cy="1261975"/>
      </dsp:txXfrm>
    </dsp:sp>
    <dsp:sp modelId="{064AA45B-B308-2144-BAEC-50EFDDB0C266}">
      <dsp:nvSpPr>
        <dsp:cNvPr id="0" name=""/>
        <dsp:cNvSpPr/>
      </dsp:nvSpPr>
      <dsp:spPr>
        <a:xfrm>
          <a:off x="0" y="4445920"/>
          <a:ext cx="4726201" cy="1398515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catalog is what Athena and QuickSight use to understand the data.</a:t>
          </a:r>
        </a:p>
      </dsp:txBody>
      <dsp:txXfrm>
        <a:off x="68270" y="4514190"/>
        <a:ext cx="4589661" cy="12619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8DE8E2-C3E9-EC4B-9219-7EF72DBFF2A2}">
      <dsp:nvSpPr>
        <dsp:cNvPr id="0" name=""/>
        <dsp:cNvSpPr/>
      </dsp:nvSpPr>
      <dsp:spPr>
        <a:xfrm>
          <a:off x="576" y="1476889"/>
          <a:ext cx="2250022" cy="13500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Removed duplicate records so each person or claim appears only once.</a:t>
          </a:r>
        </a:p>
      </dsp:txBody>
      <dsp:txXfrm>
        <a:off x="576" y="1476889"/>
        <a:ext cx="2250022" cy="1350013"/>
      </dsp:txXfrm>
    </dsp:sp>
    <dsp:sp modelId="{5205D0D1-65BA-2C47-995D-ABC157234930}">
      <dsp:nvSpPr>
        <dsp:cNvPr id="0" name=""/>
        <dsp:cNvSpPr/>
      </dsp:nvSpPr>
      <dsp:spPr>
        <a:xfrm>
          <a:off x="2475601" y="1476889"/>
          <a:ext cx="2250022" cy="135001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Filled in missing values where possible to avoid gaps.</a:t>
          </a:r>
        </a:p>
      </dsp:txBody>
      <dsp:txXfrm>
        <a:off x="2475601" y="1476889"/>
        <a:ext cx="2250022" cy="1350013"/>
      </dsp:txXfrm>
    </dsp:sp>
    <dsp:sp modelId="{F8E84477-762C-8646-B6E6-0240F78A4DC0}">
      <dsp:nvSpPr>
        <dsp:cNvPr id="0" name=""/>
        <dsp:cNvSpPr/>
      </dsp:nvSpPr>
      <dsp:spPr>
        <a:xfrm>
          <a:off x="576" y="3051905"/>
          <a:ext cx="2250022" cy="135001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Fixed data type issues (for example, date of birth stored as a number).</a:t>
          </a:r>
        </a:p>
      </dsp:txBody>
      <dsp:txXfrm>
        <a:off x="576" y="3051905"/>
        <a:ext cx="2250022" cy="1350013"/>
      </dsp:txXfrm>
    </dsp:sp>
    <dsp:sp modelId="{25EFDF04-7E46-1E49-A5DD-CDB87D9882C2}">
      <dsp:nvSpPr>
        <dsp:cNvPr id="0" name=""/>
        <dsp:cNvSpPr/>
      </dsp:nvSpPr>
      <dsp:spPr>
        <a:xfrm>
          <a:off x="2475601" y="3051905"/>
          <a:ext cx="2250022" cy="13500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Saved cleaned versions of each dataset for analysis.</a:t>
          </a:r>
        </a:p>
      </dsp:txBody>
      <dsp:txXfrm>
        <a:off x="2475601" y="3051905"/>
        <a:ext cx="2250022" cy="135001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1C04A-985D-C646-A0BE-5EFBABF760BC}">
      <dsp:nvSpPr>
        <dsp:cNvPr id="0" name=""/>
        <dsp:cNvSpPr/>
      </dsp:nvSpPr>
      <dsp:spPr>
        <a:xfrm>
          <a:off x="0" y="713840"/>
          <a:ext cx="5000124" cy="9547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Used Amazon Athena to ask business questions in simple, flexible queries.</a:t>
          </a:r>
        </a:p>
      </dsp:txBody>
      <dsp:txXfrm>
        <a:off x="46606" y="760446"/>
        <a:ext cx="4906912" cy="861507"/>
      </dsp:txXfrm>
    </dsp:sp>
    <dsp:sp modelId="{A46F9118-C17F-804F-92BA-0353077D5B4A}">
      <dsp:nvSpPr>
        <dsp:cNvPr id="0" name=""/>
        <dsp:cNvSpPr/>
      </dsp:nvSpPr>
      <dsp:spPr>
        <a:xfrm>
          <a:off x="0" y="1737680"/>
          <a:ext cx="5000124" cy="954719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Combined patient, claim, product and hospital information.</a:t>
          </a:r>
        </a:p>
      </dsp:txBody>
      <dsp:txXfrm>
        <a:off x="46606" y="1784286"/>
        <a:ext cx="4906912" cy="861507"/>
      </dsp:txXfrm>
    </dsp:sp>
    <dsp:sp modelId="{F1417BB4-AD44-1349-AA85-9E92050BE90A}">
      <dsp:nvSpPr>
        <dsp:cNvPr id="0" name=""/>
        <dsp:cNvSpPr/>
      </dsp:nvSpPr>
      <dsp:spPr>
        <a:xfrm>
          <a:off x="0" y="2761519"/>
          <a:ext cx="5000124" cy="954719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Calculated counts, averages and totals for key metrics.</a:t>
          </a:r>
        </a:p>
      </dsp:txBody>
      <dsp:txXfrm>
        <a:off x="46606" y="2808125"/>
        <a:ext cx="4906912" cy="861507"/>
      </dsp:txXfrm>
    </dsp:sp>
    <dsp:sp modelId="{FBFD2706-AF26-014B-BB9D-4E6F1AFC756F}">
      <dsp:nvSpPr>
        <dsp:cNvPr id="0" name=""/>
        <dsp:cNvSpPr/>
      </dsp:nvSpPr>
      <dsp:spPr>
        <a:xfrm>
          <a:off x="0" y="3785359"/>
          <a:ext cx="5000124" cy="95471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Focused on questions that would help managers make decisions.</a:t>
          </a:r>
        </a:p>
      </dsp:txBody>
      <dsp:txXfrm>
        <a:off x="46606" y="3831965"/>
        <a:ext cx="4906912" cy="86150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CDE6A-BFA0-B94C-AD4A-6B3ED803D1A4}">
      <dsp:nvSpPr>
        <dsp:cNvPr id="0" name=""/>
        <dsp:cNvSpPr/>
      </dsp:nvSpPr>
      <dsp:spPr>
        <a:xfrm>
          <a:off x="610" y="1179680"/>
          <a:ext cx="2380430" cy="14282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Built simple charts and tables in Amazon QuickSight.</a:t>
          </a:r>
        </a:p>
      </dsp:txBody>
      <dsp:txXfrm>
        <a:off x="610" y="1179680"/>
        <a:ext cx="2380430" cy="1428258"/>
      </dsp:txXfrm>
    </dsp:sp>
    <dsp:sp modelId="{1DA8233B-62FD-9E49-B82E-28FD79C1DA4B}">
      <dsp:nvSpPr>
        <dsp:cNvPr id="0" name=""/>
        <dsp:cNvSpPr/>
      </dsp:nvSpPr>
      <dsp:spPr>
        <a:xfrm>
          <a:off x="2619083" y="1179680"/>
          <a:ext cx="2380430" cy="142825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Highlighted the most important results for leadership.</a:t>
          </a:r>
        </a:p>
      </dsp:txBody>
      <dsp:txXfrm>
        <a:off x="2619083" y="1179680"/>
        <a:ext cx="2380430" cy="1428258"/>
      </dsp:txXfrm>
    </dsp:sp>
    <dsp:sp modelId="{83056379-6258-114D-80FA-69A695F8855D}">
      <dsp:nvSpPr>
        <dsp:cNvPr id="0" name=""/>
        <dsp:cNvSpPr/>
      </dsp:nvSpPr>
      <dsp:spPr>
        <a:xfrm>
          <a:off x="610" y="2845981"/>
          <a:ext cx="2380430" cy="142825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Made it possible to filter by city, hospital, group, etc.</a:t>
          </a:r>
        </a:p>
      </dsp:txBody>
      <dsp:txXfrm>
        <a:off x="610" y="2845981"/>
        <a:ext cx="2380430" cy="1428258"/>
      </dsp:txXfrm>
    </dsp:sp>
    <dsp:sp modelId="{E57F80A3-D555-CD48-A7DA-F99B6DE8A521}">
      <dsp:nvSpPr>
        <dsp:cNvPr id="0" name=""/>
        <dsp:cNvSpPr/>
      </dsp:nvSpPr>
      <dsp:spPr>
        <a:xfrm>
          <a:off x="2619083" y="2845981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Goal: help non‑technical stakeholders “see” what the data is saying.</a:t>
          </a:r>
        </a:p>
      </dsp:txBody>
      <dsp:txXfrm>
        <a:off x="2619083" y="2845981"/>
        <a:ext cx="2380430" cy="14282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B1181-568C-4161-B216-FF2C93D6816C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5E690A-EC16-4AEA-874E-1F6DF6FDC251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0B5B41-C56D-4945-96F0-555598314E58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Which diseases generate the most claims?</a:t>
          </a:r>
        </a:p>
      </dsp:txBody>
      <dsp:txXfrm>
        <a:off x="1099610" y="1878"/>
        <a:ext cx="7129989" cy="952043"/>
      </dsp:txXfrm>
    </dsp:sp>
    <dsp:sp modelId="{3DA4AD37-1406-4DE0-BCA4-11E02B912F1F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2264B-1D58-4F3B-A7A7-2C128080A56A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EC8A8-38DA-4C81-BB5E-09C9F667FEDC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Result: ‘Fracture’ appears most frequently in the claims data.</a:t>
          </a:r>
        </a:p>
      </dsp:txBody>
      <dsp:txXfrm>
        <a:off x="1099610" y="1191932"/>
        <a:ext cx="7129989" cy="952043"/>
      </dsp:txXfrm>
    </dsp:sp>
    <dsp:sp modelId="{D81CD3BC-758C-4888-9827-EA85B6224F2A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90C834-7D5C-4396-8823-21D71EA812C6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EE8090-AA2D-4FE1-ABB1-A0CA1A976A54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Business meaning: Accidents and injuries are a major cost driver.</a:t>
          </a:r>
        </a:p>
      </dsp:txBody>
      <dsp:txXfrm>
        <a:off x="1099610" y="2381986"/>
        <a:ext cx="7129989" cy="952043"/>
      </dsp:txXfrm>
    </dsp:sp>
    <dsp:sp modelId="{A5EE0995-3E9A-4A1C-8AE7-4EBC16DB615F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E861FA-C70B-4D4E-BDB5-F74E7744D988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FC3D6-49BB-45E4-91C4-9022E0C6EC15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Possible action: Design products and pricing that better cover fracture‑related risks.</a:t>
          </a:r>
        </a:p>
      </dsp:txBody>
      <dsp:txXfrm>
        <a:off x="1099610" y="3572041"/>
        <a:ext cx="7129989" cy="95204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08FDA-9196-8040-894F-02370B55F5A2}">
      <dsp:nvSpPr>
        <dsp:cNvPr id="0" name=""/>
        <dsp:cNvSpPr/>
      </dsp:nvSpPr>
      <dsp:spPr>
        <a:xfrm>
          <a:off x="0" y="1183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Which customers under age 30 are buying policies?</a:t>
          </a:r>
        </a:p>
      </dsp:txBody>
      <dsp:txXfrm>
        <a:off x="52359" y="53542"/>
        <a:ext cx="8124882" cy="967861"/>
      </dsp:txXfrm>
    </dsp:sp>
    <dsp:sp modelId="{B6118F97-8804-6B40-9286-335615D2AC06}">
      <dsp:nvSpPr>
        <dsp:cNvPr id="0" name=""/>
        <dsp:cNvSpPr/>
      </dsp:nvSpPr>
      <dsp:spPr>
        <a:xfrm>
          <a:off x="0" y="1151522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Many young subscribers are already enrolled in various subgroups.</a:t>
          </a:r>
        </a:p>
      </dsp:txBody>
      <dsp:txXfrm>
        <a:off x="52359" y="1203881"/>
        <a:ext cx="8124882" cy="967861"/>
      </dsp:txXfrm>
    </dsp:sp>
    <dsp:sp modelId="{C5FFF4F7-8345-3540-A24B-525C66E45B8A}">
      <dsp:nvSpPr>
        <dsp:cNvPr id="0" name=""/>
        <dsp:cNvSpPr/>
      </dsp:nvSpPr>
      <dsp:spPr>
        <a:xfrm>
          <a:off x="0" y="2301861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Business meaning: There is an active young customer segment.</a:t>
          </a:r>
        </a:p>
      </dsp:txBody>
      <dsp:txXfrm>
        <a:off x="52359" y="2354220"/>
        <a:ext cx="8124882" cy="967861"/>
      </dsp:txXfrm>
    </dsp:sp>
    <dsp:sp modelId="{C7CA7298-E6CC-D447-AB84-536DA3831167}">
      <dsp:nvSpPr>
        <dsp:cNvPr id="0" name=""/>
        <dsp:cNvSpPr/>
      </dsp:nvSpPr>
      <dsp:spPr>
        <a:xfrm>
          <a:off x="0" y="3452200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Possible action: Create youth‑focused plans and loyalty programs.</a:t>
          </a:r>
        </a:p>
      </dsp:txBody>
      <dsp:txXfrm>
        <a:off x="52359" y="3504559"/>
        <a:ext cx="8124882" cy="96786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C7ADC-EE0D-4440-AB44-459274464EDC}">
      <dsp:nvSpPr>
        <dsp:cNvPr id="0" name=""/>
        <dsp:cNvSpPr/>
      </dsp:nvSpPr>
      <dsp:spPr>
        <a:xfrm>
          <a:off x="0" y="1183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Which hospital serves the most patients?</a:t>
          </a:r>
        </a:p>
      </dsp:txBody>
      <dsp:txXfrm>
        <a:off x="52359" y="53542"/>
        <a:ext cx="8124882" cy="967861"/>
      </dsp:txXfrm>
    </dsp:sp>
    <dsp:sp modelId="{C1BF2A9A-9E1C-5749-A37E-AEBC6C838527}">
      <dsp:nvSpPr>
        <dsp:cNvPr id="0" name=""/>
        <dsp:cNvSpPr/>
      </dsp:nvSpPr>
      <dsp:spPr>
        <a:xfrm>
          <a:off x="0" y="1151522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Result: Manipal Hospitals in Bengaluru served the highest number of patients in the sample.</a:t>
          </a:r>
        </a:p>
      </dsp:txBody>
      <dsp:txXfrm>
        <a:off x="52359" y="1203881"/>
        <a:ext cx="8124882" cy="967861"/>
      </dsp:txXfrm>
    </dsp:sp>
    <dsp:sp modelId="{96BF4444-9359-304E-BD1C-CF0122726694}">
      <dsp:nvSpPr>
        <dsp:cNvPr id="0" name=""/>
        <dsp:cNvSpPr/>
      </dsp:nvSpPr>
      <dsp:spPr>
        <a:xfrm>
          <a:off x="0" y="2301861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Business meaning: This hospital is a key partner and a heavy user of the network.</a:t>
          </a:r>
        </a:p>
      </dsp:txBody>
      <dsp:txXfrm>
        <a:off x="52359" y="2354220"/>
        <a:ext cx="8124882" cy="967861"/>
      </dsp:txXfrm>
    </dsp:sp>
    <dsp:sp modelId="{D9477843-BBA1-924B-83C9-ACFE26315866}">
      <dsp:nvSpPr>
        <dsp:cNvPr id="0" name=""/>
        <dsp:cNvSpPr/>
      </dsp:nvSpPr>
      <dsp:spPr>
        <a:xfrm>
          <a:off x="0" y="3452200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Possible action: Strengthen relationships and negotiate better rates or services.</a:t>
          </a:r>
        </a:p>
      </dsp:txBody>
      <dsp:txXfrm>
        <a:off x="52359" y="3504559"/>
        <a:ext cx="8124882" cy="96786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23DA8F-EDD7-4051-99BC-5B5D84C33B6C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AF22EE-C1E1-4EE1-9A9D-1451221985D1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E3EDF-93E0-4209-8238-705280FA9E82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Which insurance sub‑products (subgroups) are most popular?</a:t>
          </a:r>
        </a:p>
      </dsp:txBody>
      <dsp:txXfrm>
        <a:off x="1428292" y="2439"/>
        <a:ext cx="3297908" cy="1236616"/>
      </dsp:txXfrm>
    </dsp:sp>
    <dsp:sp modelId="{B7CCE729-1250-4A90-B12F-DA772E477181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4C3B01-C2E6-40AB-945A-2A3CDABC6632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F7A2C-96E7-479B-BFF5-816C586E1018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Result: The ‘Therapy’ subgroup is chosen most often.</a:t>
          </a:r>
        </a:p>
      </dsp:txBody>
      <dsp:txXfrm>
        <a:off x="1428292" y="1548210"/>
        <a:ext cx="3297908" cy="1236616"/>
      </dsp:txXfrm>
    </dsp:sp>
    <dsp:sp modelId="{BADE8059-BEEC-4193-B67A-A2E607E37EFE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77AA03-97BB-4E57-A497-CC3689B91FCE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2C7E3-8AB0-49FC-A8BD-1AD2A3C698EF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Private insurance groups are more popular than government groups.</a:t>
          </a:r>
        </a:p>
      </dsp:txBody>
      <dsp:txXfrm>
        <a:off x="1428292" y="3093981"/>
        <a:ext cx="3297908" cy="1236616"/>
      </dsp:txXfrm>
    </dsp:sp>
    <dsp:sp modelId="{93B8D524-AFBB-4E46-B175-5509FA158949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241609-AE50-478E-80FB-B66E98973985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43351-AEFB-41E8-9AD4-AF691D62F798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Possible action: Focus marketing around high‑demand products and related add‑ons.</a:t>
          </a:r>
        </a:p>
      </dsp:txBody>
      <dsp:txXfrm>
        <a:off x="1428292" y="4639752"/>
        <a:ext cx="3297908" cy="123661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FDB32F-D131-4E3F-A529-2AF02B7FB258}">
      <dsp:nvSpPr>
        <dsp:cNvPr id="0" name=""/>
        <dsp:cNvSpPr/>
      </dsp:nvSpPr>
      <dsp:spPr>
        <a:xfrm>
          <a:off x="548934" y="288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6753A3-3633-420A-82AC-D97E74E22391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8C9B5-327F-4968-80D8-E7660ABB504F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Sample data only – not live production feeds.</a:t>
          </a:r>
        </a:p>
      </dsp:txBody>
      <dsp:txXfrm>
        <a:off x="228784" y="1313725"/>
        <a:ext cx="1641796" cy="656718"/>
      </dsp:txXfrm>
    </dsp:sp>
    <dsp:sp modelId="{86D9F01C-4F93-4E79-BBB1-C867B1E0A994}">
      <dsp:nvSpPr>
        <dsp:cNvPr id="0" name=""/>
        <dsp:cNvSpPr/>
      </dsp:nvSpPr>
      <dsp:spPr>
        <a:xfrm>
          <a:off x="2478046" y="288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09DFEA-0B4B-4B2F-BFBC-4640F14D8125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C6772E-95EC-4279-8DDB-AC6880E70E08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Some useful fields (e.g., surgery details, cashless flags) were missing.</a:t>
          </a:r>
        </a:p>
      </dsp:txBody>
      <dsp:txXfrm>
        <a:off x="2157895" y="1313725"/>
        <a:ext cx="1641796" cy="656718"/>
      </dsp:txXfrm>
    </dsp:sp>
    <dsp:sp modelId="{473F1B86-574C-4B0C-A94D-26422A15055E}">
      <dsp:nvSpPr>
        <dsp:cNvPr id="0" name=""/>
        <dsp:cNvSpPr/>
      </dsp:nvSpPr>
      <dsp:spPr>
        <a:xfrm>
          <a:off x="4407157" y="288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468A0A-7AE0-44AA-A8FF-1E75001FBBDC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8C8B6-2D74-4343-8564-8B73430D7356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Profitability model is simplified and ignores operating costs.</a:t>
          </a:r>
        </a:p>
      </dsp:txBody>
      <dsp:txXfrm>
        <a:off x="4087007" y="1313725"/>
        <a:ext cx="1641796" cy="656718"/>
      </dsp:txXfrm>
    </dsp:sp>
    <dsp:sp modelId="{BB17B518-98C1-4DA2-AED5-2EEB5A286745}">
      <dsp:nvSpPr>
        <dsp:cNvPr id="0" name=""/>
        <dsp:cNvSpPr/>
      </dsp:nvSpPr>
      <dsp:spPr>
        <a:xfrm>
          <a:off x="6336268" y="288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BEF1D9-278B-49B3-BFE9-BF830CA4E68C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2EC66-2E07-4B4D-96A0-7E8AC47E86E7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Initial issues with tool permissions and automatic data‑type detection.</a:t>
          </a:r>
        </a:p>
      </dsp:txBody>
      <dsp:txXfrm>
        <a:off x="6016118" y="1313725"/>
        <a:ext cx="1641796" cy="656718"/>
      </dsp:txXfrm>
    </dsp:sp>
    <dsp:sp modelId="{06E37C3F-9E6A-4E2F-BE18-B498AFA89449}">
      <dsp:nvSpPr>
        <dsp:cNvPr id="0" name=""/>
        <dsp:cNvSpPr/>
      </dsp:nvSpPr>
      <dsp:spPr>
        <a:xfrm>
          <a:off x="3442601" y="2380893"/>
          <a:ext cx="1001496" cy="10014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B3460F-7432-4146-957E-EBE1D83F74A8}">
      <dsp:nvSpPr>
        <dsp:cNvPr id="0" name=""/>
        <dsp:cNvSpPr/>
      </dsp:nvSpPr>
      <dsp:spPr>
        <a:xfrm>
          <a:off x="3656035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A12A1-82EF-42BE-8CE5-37D063D55EA7}">
      <dsp:nvSpPr>
        <dsp:cNvPr id="0" name=""/>
        <dsp:cNvSpPr/>
      </dsp:nvSpPr>
      <dsp:spPr>
        <a:xfrm>
          <a:off x="3122451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Further refinement is needed before using in a real business setting.</a:t>
          </a:r>
        </a:p>
      </dsp:txBody>
      <dsp:txXfrm>
        <a:off x="3122451" y="3694331"/>
        <a:ext cx="1641796" cy="65671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A0852-765D-47D0-A290-C2581CDEF900}">
      <dsp:nvSpPr>
        <dsp:cNvPr id="0" name=""/>
        <dsp:cNvSpPr/>
      </dsp:nvSpPr>
      <dsp:spPr>
        <a:xfrm>
          <a:off x="730349" y="375669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68A420-843A-4458-8D5F-28FA72D823FD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6A586-886E-434D-8E4D-0B20B1BD9B72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Thank you for your time and attention.</a:t>
          </a:r>
        </a:p>
      </dsp:txBody>
      <dsp:txXfrm>
        <a:off x="28349" y="3255669"/>
        <a:ext cx="3600000" cy="720000"/>
      </dsp:txXfrm>
    </dsp:sp>
    <dsp:sp modelId="{8837B09F-C951-45FD-8BCD-AE5F274CE678}">
      <dsp:nvSpPr>
        <dsp:cNvPr id="0" name=""/>
        <dsp:cNvSpPr/>
      </dsp:nvSpPr>
      <dsp:spPr>
        <a:xfrm>
          <a:off x="4960350" y="375669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ED278-44DD-412D-A462-F83CE2180F54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6E3C9-CEC8-4B8C-89AA-46FDC183481E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Questions and discussion are welcome.</a:t>
          </a:r>
        </a:p>
      </dsp:txBody>
      <dsp:txXfrm>
        <a:off x="4258350" y="3255669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8950" y="1939159"/>
            <a:ext cx="5733470" cy="2751086"/>
          </a:xfrm>
        </p:spPr>
        <p:txBody>
          <a:bodyPr>
            <a:normAutofit/>
          </a:bodyPr>
          <a:lstStyle/>
          <a:p>
            <a:pPr algn="r"/>
            <a:r>
              <a:t>Health Insurance Big Data Analytics</a:t>
            </a:r>
            <a:endParaRPr lang="en-US"/>
          </a:p>
          <a:p>
            <a:pPr algn="r"/>
            <a:r>
              <a:t>Capstone Project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8950" y="4782320"/>
            <a:ext cx="5733470" cy="1329443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000"/>
              <a:t>Prepared by: Simana Rijal</a:t>
            </a:r>
          </a:p>
          <a:p>
            <a:pPr algn="r">
              <a:lnSpc>
                <a:spcPct val="90000"/>
              </a:lnSpc>
            </a:pPr>
            <a:r>
              <a:rPr lang="en-US" sz="2000"/>
              <a:t>Environment: AWS S3, Glue, Athena, Redshift, QuickSight</a:t>
            </a:r>
          </a:p>
          <a:p>
            <a:pPr algn="r">
              <a:lnSpc>
                <a:spcPct val="90000"/>
              </a:lnSpc>
            </a:pPr>
            <a:r>
              <a:rPr lang="en-US" sz="2000"/>
              <a:t>Under the Supervision of: Ashutosh Kumar Shah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Background &amp; problem</a:t>
            </a:r>
          </a:p>
          <a:p>
            <a:r>
              <a:t>Project goals</a:t>
            </a:r>
          </a:p>
          <a:p>
            <a:r>
              <a:t>High-level solution &amp; tools</a:t>
            </a:r>
          </a:p>
          <a:p>
            <a:r>
              <a:t>Key steps in the data journey</a:t>
            </a:r>
          </a:p>
          <a:p>
            <a:r>
              <a:t>Main insights from the analysis</a:t>
            </a:r>
          </a:p>
          <a:p>
            <a:r>
              <a:t>Limitations &amp; future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2700"/>
          </a:p>
          <a:p>
            <a:pPr>
              <a:lnSpc>
                <a:spcPct val="90000"/>
              </a:lnSpc>
            </a:pPr>
            <a:r>
              <a:rPr lang="en-US" sz="2700"/>
              <a:t>Health insurance company struggles to understand customers and grow revenue.</a:t>
            </a:r>
          </a:p>
          <a:p>
            <a:pPr>
              <a:lnSpc>
                <a:spcPct val="90000"/>
              </a:lnSpc>
            </a:pPr>
            <a:r>
              <a:rPr lang="en-US" sz="2700"/>
              <a:t>Large amount of data from many external sources (web, partners, third parties).</a:t>
            </a:r>
          </a:p>
          <a:p>
            <a:pPr>
              <a:lnSpc>
                <a:spcPct val="90000"/>
              </a:lnSpc>
            </a:pPr>
            <a:r>
              <a:rPr lang="en-US" sz="2700"/>
              <a:t>Existing systems cannot easily combine, clean, and analyze this data.</a:t>
            </a:r>
          </a:p>
          <a:p>
            <a:pPr>
              <a:lnSpc>
                <a:spcPct val="90000"/>
              </a:lnSpc>
            </a:pPr>
            <a:r>
              <a:rPr lang="en-US" sz="2700"/>
              <a:t>Need a modern data platform to turn raw data into clear, actionable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n-US" sz="2800"/>
              <a:t>Why This Matters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264C48-B8DD-B26C-036B-7F2D0485CB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442456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68A55F-7B32-44D8-AEE5-1AF405326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490" y="429030"/>
            <a:ext cx="2125980" cy="5457589"/>
          </a:xfrm>
        </p:spPr>
        <p:txBody>
          <a:bodyPr anchor="ctr">
            <a:normAutofit/>
          </a:bodyPr>
          <a:lstStyle/>
          <a:p>
            <a:r>
              <a:rPr lang="en-US" sz="3500"/>
              <a:t>Project Goals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1490" y="6112341"/>
            <a:ext cx="81267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527048" y="5040414"/>
            <a:ext cx="54864" cy="2125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6CDEB9-0141-1425-40E6-0453F36554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340578"/>
              </p:ext>
            </p:extLst>
          </p:nvPr>
        </p:nvGraphicFramePr>
        <p:xfrm>
          <a:off x="3031236" y="429030"/>
          <a:ext cx="5589270" cy="5459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High‑Level Solution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87EC6F-4CA2-942D-618D-654F6AC356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47035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r>
              <a:t>Amazon S3 – Cloud storage for all datasets.</a:t>
            </a:r>
          </a:p>
          <a:p>
            <a:r>
              <a:t>AWS Glue – Helps discover data and prepare it for analysis.</a:t>
            </a:r>
          </a:p>
          <a:p>
            <a:r>
              <a:t>Amazon Athena – Lets us ask questions directly on the data.</a:t>
            </a:r>
          </a:p>
          <a:p>
            <a:r>
              <a:t>Amazon Redshift – Data warehouse option for deeper reporting.</a:t>
            </a:r>
          </a:p>
          <a:p>
            <a:r>
              <a:t>Amazon QuickSight – Dashboards and charts for business users.</a:t>
            </a:r>
          </a:p>
          <a:p>
            <a:r>
              <a:t>Jira &amp; GitHub – Planning work and managing project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 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7E9433-EDF0-8123-14F4-3A1DC09E49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61475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– Collect &amp; Store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Gathered all sample health insurance datasets.</a:t>
            </a:r>
          </a:p>
          <a:p>
            <a:r>
              <a:t>Uploaded them to the S3 bucket: ‘capstone-bucketsims’.</a:t>
            </a:r>
          </a:p>
          <a:p>
            <a:r>
              <a:t>Organized into folders (patients, claims, subscribers, etc.).</a:t>
            </a:r>
          </a:p>
          <a:p>
            <a:r>
              <a:t>Having a single “source of truth” makes the rest of the work easier.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Step 2 – Discover &amp; Organize Data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F6CC03-0671-3B76-F110-2B55584414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623045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Step 3 – Clean &amp; Prepare Data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AFAC4E-2C10-3000-773D-742867B44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976471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Step 4 – Analyze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43B69D-06ED-D9E7-B177-D222352330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2234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Step 5 – Visualize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47A70A-DA58-9BB4-33FE-8B6ADA215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964639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1 – Claims by Disease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3D5414-D98E-DE05-32D0-CD59BDE01C8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2 – Young Subscribers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63943E-2B3A-1050-D2FA-DF6FD8B3FD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3 – Hospital Utilization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A925E9-087F-CDFD-327F-100769FE70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Key Insight 4 – Popular Products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F1D35D-02DD-A7D8-1219-FA8505C94E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01271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>
                <a:solidFill>
                  <a:srgbClr val="FFFFFF"/>
                </a:solidFill>
              </a:rPr>
              <a:t>Key Insight 5 – Rejections &amp; Profitability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2700"/>
          </a:p>
          <a:p>
            <a:pPr>
              <a:lnSpc>
                <a:spcPct val="90000"/>
              </a:lnSpc>
            </a:pPr>
            <a:r>
              <a:rPr lang="en-US" sz="2700"/>
              <a:t>How many claims are being rejected?</a:t>
            </a:r>
          </a:p>
          <a:p>
            <a:pPr>
              <a:lnSpc>
                <a:spcPct val="90000"/>
              </a:lnSpc>
            </a:pPr>
            <a:r>
              <a:rPr lang="en-US" sz="2700"/>
              <a:t>Sample data shows 22 rejected claims.</a:t>
            </a:r>
          </a:p>
          <a:p>
            <a:pPr>
              <a:lnSpc>
                <a:spcPct val="90000"/>
              </a:lnSpc>
            </a:pPr>
            <a:r>
              <a:rPr lang="en-US" sz="2700"/>
              <a:t>Some groups collect high premiums but show very low claims.</a:t>
            </a:r>
          </a:p>
          <a:p>
            <a:pPr>
              <a:lnSpc>
                <a:spcPct val="90000"/>
              </a:lnSpc>
            </a:pPr>
            <a:r>
              <a:rPr lang="en-US" sz="2700"/>
              <a:t>Business meaning: These groups may be highly profitable but require ethical review and careful communication.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6 – Geographic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From which cities do most claims come?</a:t>
            </a:r>
          </a:p>
          <a:p>
            <a:r>
              <a:t>Several cities share the highest claim volumes.</a:t>
            </a:r>
          </a:p>
          <a:p>
            <a:r>
              <a:t>Business meaning: These locations may need special risk management.</a:t>
            </a:r>
          </a:p>
          <a:p>
            <a:r>
              <a:t>Possible action: Local campaigns, hospital tie‑ups, and loss‑prevention programs.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Business Benefits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2500"/>
          </a:p>
          <a:p>
            <a:pPr>
              <a:lnSpc>
                <a:spcPct val="90000"/>
              </a:lnSpc>
            </a:pPr>
            <a:r>
              <a:rPr lang="en-US" sz="2500"/>
              <a:t>Single platform to see patient, claim, product and hospital data together.</a:t>
            </a:r>
          </a:p>
          <a:p>
            <a:pPr>
              <a:lnSpc>
                <a:spcPct val="90000"/>
              </a:lnSpc>
            </a:pPr>
            <a:r>
              <a:rPr lang="en-US" sz="2500"/>
              <a:t>Faster answers to management questions without manual Excel work.</a:t>
            </a:r>
          </a:p>
          <a:p>
            <a:pPr>
              <a:lnSpc>
                <a:spcPct val="90000"/>
              </a:lnSpc>
            </a:pPr>
            <a:r>
              <a:rPr lang="en-US" sz="2500"/>
              <a:t>More visibility into high‑risk diseases, products and regions.</a:t>
            </a:r>
          </a:p>
          <a:p>
            <a:pPr>
              <a:lnSpc>
                <a:spcPct val="90000"/>
              </a:lnSpc>
            </a:pPr>
            <a:r>
              <a:rPr lang="en-US" sz="2500"/>
              <a:t>Better targeting of offers, discounts and customer rewards.</a:t>
            </a:r>
          </a:p>
          <a:p>
            <a:pPr>
              <a:lnSpc>
                <a:spcPct val="90000"/>
              </a:lnSpc>
            </a:pPr>
            <a:r>
              <a:rPr lang="en-US" sz="2500"/>
              <a:t>Foundation for more advanced analytics in the future (e.g., prediction).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8A67BE-D278-77C3-6DAB-66F612C63F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35842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endParaRPr lang="en-US" sz="1700" dirty="0"/>
          </a:p>
          <a:p>
            <a:r>
              <a:rPr lang="en-US" sz="1700" dirty="0"/>
              <a:t>Connect to live data sources for near real‑time dashboards.</a:t>
            </a:r>
          </a:p>
          <a:p>
            <a:r>
              <a:rPr lang="en-US" sz="1700" dirty="0"/>
              <a:t>Add more detailed medical and financial fields to improve analysis.</a:t>
            </a:r>
          </a:p>
          <a:p>
            <a:r>
              <a:rPr lang="en-US" sz="1700" dirty="0"/>
              <a:t>Introduce predictive models to flag high‑risk customers or claims early.</a:t>
            </a:r>
          </a:p>
          <a:p>
            <a:r>
              <a:rPr lang="en-US" sz="1700" dirty="0"/>
              <a:t>Providing dashboards with drill‑downs for each city, hospital and product.</a:t>
            </a:r>
          </a:p>
          <a:p>
            <a:r>
              <a:rPr lang="en-US" sz="1700" dirty="0"/>
              <a:t>Automate more of the pipeline so it runs on a schedule with minimal effort.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5CFD48BC-7B34-F506-DB08-1F154DA05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263" r="25975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7B71B5-59A1-85D1-BCCE-62F9DE6ECC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093595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1207</Words>
  <Application>Microsoft Macintosh PowerPoint</Application>
  <PresentationFormat>On-screen Show (4:3)</PresentationFormat>
  <Paragraphs>138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Health Insurance Big Data Analytics Capstone Project</vt:lpstr>
      <vt:lpstr>Agenda</vt:lpstr>
      <vt:lpstr>Problem Statement</vt:lpstr>
      <vt:lpstr>Why This Matters</vt:lpstr>
      <vt:lpstr>Project Goals</vt:lpstr>
      <vt:lpstr>High‑Level Solution Overview</vt:lpstr>
      <vt:lpstr>Tools Used</vt:lpstr>
      <vt:lpstr>Data Sources</vt:lpstr>
      <vt:lpstr>Step 1 – Collect &amp; Store Data</vt:lpstr>
      <vt:lpstr>Step 2 – Discover &amp; Organize Data</vt:lpstr>
      <vt:lpstr>Step 3 – Clean &amp; Prepare Data</vt:lpstr>
      <vt:lpstr>Step 4 – Analyze Data</vt:lpstr>
      <vt:lpstr>Step 5 – Visualize Insights</vt:lpstr>
      <vt:lpstr>Key Insight 1 – Claims by Disease</vt:lpstr>
      <vt:lpstr>Key Insight 2 – Young Subscribers</vt:lpstr>
      <vt:lpstr>Key Insight 3 – Hospital Utilization</vt:lpstr>
      <vt:lpstr>Key Insight 4 – Popular Products</vt:lpstr>
      <vt:lpstr>Key Insight 5 – Rejections &amp; Profitability</vt:lpstr>
      <vt:lpstr>Key Insight 6 – Geographic Patterns</vt:lpstr>
      <vt:lpstr>Business Benefits</vt:lpstr>
      <vt:lpstr>Limitations</vt:lpstr>
      <vt:lpstr>Future Improvements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Insurance Big Data Analytics Capstone Project</dc:title>
  <dc:subject/>
  <dc:creator/>
  <cp:keywords/>
  <dc:description>generated using python-pptx</dc:description>
  <cp:lastModifiedBy>Anamika Subedi</cp:lastModifiedBy>
  <cp:revision>3</cp:revision>
  <dcterms:created xsi:type="dcterms:W3CDTF">2013-01-27T09:14:16Z</dcterms:created>
  <dcterms:modified xsi:type="dcterms:W3CDTF">2025-11-23T07:27:32Z</dcterms:modified>
  <cp:category/>
</cp:coreProperties>
</file>